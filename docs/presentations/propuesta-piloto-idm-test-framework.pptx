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05d2f8da924060" /><Relationship Type="http://schemas.openxmlformats.org/officeDocument/2006/relationships/extended-properties" Target="/docProps/app.xml" Id="R6226be9bb7aa45c5" /><Relationship Type="http://schemas.openxmlformats.org/officeDocument/2006/relationships/officeDocument" Target="/ppt/presentation.xml" Id="R3f5fc3b57ed64b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8f544d3bf24551"/>
  </p:sldMasterIdLst>
  <p:notesMasterIdLst>
    <p:notesMasterId xmlns:r="http://schemas.openxmlformats.org/officeDocument/2006/relationships" r:id="R812332c945ed4c3d"/>
  </p:notesMasterIdLst>
  <p:sldIdLst>
    <p:sldId xmlns:r="http://schemas.openxmlformats.org/officeDocument/2006/relationships" id="256" r:id="R8e8cb8a2efe24a6c"/>
    <p:sldId xmlns:r="http://schemas.openxmlformats.org/officeDocument/2006/relationships" id="257" r:id="Ra53020fd7afd424a"/>
    <p:sldId xmlns:r="http://schemas.openxmlformats.org/officeDocument/2006/relationships" id="258" r:id="R754accef3e234cde"/>
    <p:sldId xmlns:r="http://schemas.openxmlformats.org/officeDocument/2006/relationships" id="259" r:id="R940055e8f31449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b058bebb82472f" /><Relationship Type="http://schemas.openxmlformats.org/officeDocument/2006/relationships/slideMaster" Target="/ppt/slideMasters/slideMaster1.xml" Id="Rcf8f544d3bf24551" /><Relationship Type="http://schemas.openxmlformats.org/officeDocument/2006/relationships/notesMaster" Target="/ppt/notesMasters/notesMaster1.xml" Id="R812332c945ed4c3d" /><Relationship Type="http://schemas.openxmlformats.org/officeDocument/2006/relationships/presProps" Target="/ppt/presProps.xml" Id="R2f27e06beb354eca" /><Relationship Type="http://schemas.openxmlformats.org/officeDocument/2006/relationships/tableStyles" Target="/ppt/tableStyles.xml" Id="R5d7848ca11df46b4" /><Relationship Type="http://schemas.openxmlformats.org/officeDocument/2006/relationships/slide" Target="/ppt/slides/slide1.xml" Id="R8e8cb8a2efe24a6c" /><Relationship Type="http://schemas.openxmlformats.org/officeDocument/2006/relationships/slide" Target="/ppt/slides/slide2.xml" Id="Ra53020fd7afd424a" /><Relationship Type="http://schemas.openxmlformats.org/officeDocument/2006/relationships/slide" Target="/ppt/slides/slide3.xml" Id="R754accef3e234cde" /><Relationship Type="http://schemas.openxmlformats.org/officeDocument/2006/relationships/slide" Target="/ppt/slides/slide4.xml" Id="R940055e8f31449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d6dda2702a4e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ce01472ab74b55" /><Relationship Type="http://schemas.openxmlformats.org/officeDocument/2006/relationships/notesMaster" Target="/ppt/notesMasters/notesMaster1.xml" Id="R4681d46aa84841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bed634ce3e4f81" /><Relationship Type="http://schemas.openxmlformats.org/officeDocument/2006/relationships/notesMaster" Target="/ppt/notesMasters/notesMaster1.xml" Id="R53160d107dc547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a084d0d6f04733" /><Relationship Type="http://schemas.openxmlformats.org/officeDocument/2006/relationships/notesMaster" Target="/ppt/notesMasters/notesMaster1.xml" Id="R9b31ff41bb154f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1f6f0193094b2d" /><Relationship Type="http://schemas.openxmlformats.org/officeDocument/2006/relationships/notesMaster" Target="/ppt/notesMasters/notesMaster1.xml" Id="R5782fb46c6f44a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README.md; pom.xml; docs/architecture/capabilities.md; docs/guides/runner.md. Los componentes son módulos de una ejecución local, no servicios desplegados por separado.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docs/guides/runner.md; docs/architecture/capabilities.md; idm-test-scenarios/src/test/resources/scenarios-real/README.md. El ZIP incluye runtime Java 25. Maven es requisito de desarrollo, no del usuario del ZIP. No se encontró un requisito mínimo de memoria documentado. Para AD, la capacidad LDAP multi-directorio está implementada; funciones específicas de AD constan como pendientes.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cinco beneficios son resultados esperados del uso del framework, no resultados medidos. Fuente de capacidades: README.md y docs/architecture/capabilities.md. Se recomienda levantar tiempo manual, tiempo automatizado, fallos detectados y cobertura durante el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idm-test-scenarios/src/test/resources/scenarios-real/provisioning-user-to-idm-1.yaml y provisioning-user-to-idm-2.yaml (borradores locales, no validados), docs/architecture/capabilities.md, idm-test-scenarios/src/test/resources/scenarios-real/README.md. Los borradores crean directamente en eDirectory; el piloto debe confirmar que esa alta representa el punto de entrada correcto de IdM. El flujo de BD y AD está separado en los borradores; se debe consolidar y ejecutar en el laboratorio. Los bloques cleanup están comentados y deben completarse antes de repetir el piloto. No afirmar que el piloto ya pasó.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281622dfb74f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957a28e19640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133b9af1cb4f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1be6aa96c144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f979e079a542d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488f0334d148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DAEAE2-93EC-426F-9A7B-32AD06A429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D8544B2-5ED2-4430-B3B7-80627EB83B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A3D13B6-14F7-4779-BB5E-69A05759FE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9A5515-CB1A-4AA1-B5CF-3DCD7DDB44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1B06755-7796-46D1-B8AC-D5D6CBA48F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9F0680F-EBA7-480D-B12F-899EC06715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F233B4-783F-48F8-8FC9-3FC8B24B22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2A94AAD-3B5E-4099-AFA7-EB3A05E1F3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60BFD7-7CDB-497E-B735-7850CE519B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E885C4-5808-49CE-B0F7-1DF045F40B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c959c440424f13" /><Relationship Type="http://schemas.openxmlformats.org/officeDocument/2006/relationships/slideLayout" Target="/ppt/slideLayouts/slideLayout1.xml" Id="R92b63aa7236c47ac" /><Relationship Type="http://schemas.openxmlformats.org/officeDocument/2006/relationships/slideLayout" Target="/ppt/slideLayouts/slideLayout2.xml" Id="Rde3a694b3e974c62" /><Relationship Type="http://schemas.openxmlformats.org/officeDocument/2006/relationships/slideLayout" Target="/ppt/slideLayouts/slideLayout3.xml" Id="Rab8720f90c8848a3" /><Relationship Type="http://schemas.openxmlformats.org/officeDocument/2006/relationships/slideLayout" Target="/ppt/slideLayouts/slideLayout4.xml" Id="R38a13dc425d44e55" /><Relationship Type="http://schemas.openxmlformats.org/officeDocument/2006/relationships/slideLayout" Target="/ppt/slideLayouts/slideLayout5.xml" Id="R66e0651c48774a9e" /><Relationship Type="http://schemas.openxmlformats.org/officeDocument/2006/relationships/slideLayout" Target="/ppt/slideLayouts/slideLayout6.xml" Id="Ra5e7dfab89dc45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b63aa7236c47ac"/>
    <p:sldLayoutId xmlns:r="http://schemas.openxmlformats.org/officeDocument/2006/relationships" id="2147483650" r:id="Rde3a694b3e974c62"/>
    <p:sldLayoutId xmlns:r="http://schemas.openxmlformats.org/officeDocument/2006/relationships" id="2147483651" r:id="Rab8720f90c8848a3"/>
    <p:sldLayoutId xmlns:r="http://schemas.openxmlformats.org/officeDocument/2006/relationships" id="2147483652" r:id="R38a13dc425d44e55"/>
    <p:sldLayoutId xmlns:r="http://schemas.openxmlformats.org/officeDocument/2006/relationships" id="2147483653" r:id="R66e0651c48774a9e"/>
    <p:sldLayoutId xmlns:r="http://schemas.openxmlformats.org/officeDocument/2006/relationships" id="2147483654" r:id="Ra5e7dfab89dc45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a33e35ab2d4ef7" /><Relationship Type="http://schemas.openxmlformats.org/officeDocument/2006/relationships/notesSlide" Target="/ppt/notesSlides/notesSlide1.xml" Id="Rb877b9150b2b43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fb367de4db45bf" /><Relationship Type="http://schemas.openxmlformats.org/officeDocument/2006/relationships/notesSlide" Target="/ppt/notesSlides/notesSlide2.xml" Id="R409faa064e2d4f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49eceec6d346cc" /><Relationship Type="http://schemas.openxmlformats.org/officeDocument/2006/relationships/notesSlide" Target="/ppt/notesSlides/notesSlide3.xml" Id="Ra2e69e26777143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1a7ee72407489c" /><Relationship Type="http://schemas.openxmlformats.org/officeDocument/2006/relationships/notesSlide" Target="/ppt/notesSlides/notesSlide4.xml" Id="R2681f24f113f47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864A1-C4BD-4C3B-9DE5-D8ED7F91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4263F"/>
                </a:solidFill>
              </a:defRPr>
            </a:defPPr>
            <a:lvl1pPr>
              <a:defRPr sz="2850" b="1">
                <a:solidFill>
                  <a:srgbClr val="14263F"/>
                </a:solidFill>
              </a:defRPr>
            </a:lvl1pPr>
            <a:lvl2pPr>
              <a:defRPr sz="2850" b="1">
                <a:solidFill>
                  <a:srgbClr val="14263F"/>
                </a:solidFill>
              </a:defRPr>
            </a:lvl2pPr>
            <a:lvl3pPr>
              <a:defRPr sz="2850" b="1">
                <a:solidFill>
                  <a:srgbClr val="14263F"/>
                </a:solidFill>
              </a:defRPr>
            </a:lvl3pPr>
            <a:lvl4pPr>
              <a:defRPr sz="2850" b="1">
                <a:solidFill>
                  <a:srgbClr val="14263F"/>
                </a:solidFill>
              </a:defRPr>
            </a:lvl4pPr>
            <a:lvl5pPr>
              <a:defRPr sz="2850" b="1">
                <a:solidFill>
                  <a:srgbClr val="14263F"/>
                </a:solidFill>
              </a:defRPr>
            </a:lvl5pPr>
            <a:lvl6pPr>
              <a:defRPr sz="2850" b="1">
                <a:solidFill>
                  <a:srgbClr val="14263F"/>
                </a:solidFill>
              </a:defRPr>
            </a:lvl6pPr>
            <a:lvl7pPr>
              <a:defRPr sz="2850" b="1">
                <a:solidFill>
                  <a:srgbClr val="14263F"/>
                </a:solidFill>
              </a:defRPr>
            </a:lvl7pPr>
            <a:lvl8pPr>
              <a:defRPr sz="2850" b="1">
                <a:solidFill>
                  <a:srgbClr val="14263F"/>
                </a:solidFill>
              </a:defRPr>
            </a:lvl8pPr>
            <a:lvl9pPr>
              <a:defRPr sz="285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63F"/>
                </a:solidFill>
              </a:defRPr>
            </a:pPr>
            <a:r>
              <a:rPr sz="2850" b="1">
                <a:solidFill>
                  <a:srgbClr val="14263F"/>
                </a:solidFill>
              </a:rPr>
              <a:t>Framework de pruebas para IdM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F467B-7B34-4610-9846-48518EA5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E6B7A"/>
                </a:solidFill>
              </a:defRPr>
            </a:defPPr>
            <a:lvl1pPr>
              <a:defRPr sz="1425" b="0">
                <a:solidFill>
                  <a:srgbClr val="5E6B7A"/>
                </a:solidFill>
              </a:defRPr>
            </a:lvl1pPr>
            <a:lvl2pPr>
              <a:defRPr sz="1425" b="0">
                <a:solidFill>
                  <a:srgbClr val="5E6B7A"/>
                </a:solidFill>
              </a:defRPr>
            </a:lvl2pPr>
            <a:lvl3pPr>
              <a:defRPr sz="1425" b="0">
                <a:solidFill>
                  <a:srgbClr val="5E6B7A"/>
                </a:solidFill>
              </a:defRPr>
            </a:lvl3pPr>
            <a:lvl4pPr>
              <a:defRPr sz="1425" b="0">
                <a:solidFill>
                  <a:srgbClr val="5E6B7A"/>
                </a:solidFill>
              </a:defRPr>
            </a:lvl4pPr>
            <a:lvl5pPr>
              <a:defRPr sz="1425" b="0">
                <a:solidFill>
                  <a:srgbClr val="5E6B7A"/>
                </a:solidFill>
              </a:defRPr>
            </a:lvl5pPr>
            <a:lvl6pPr>
              <a:defRPr sz="1425" b="0">
                <a:solidFill>
                  <a:srgbClr val="5E6B7A"/>
                </a:solidFill>
              </a:defRPr>
            </a:lvl6pPr>
            <a:lvl7pPr>
              <a:defRPr sz="1425" b="0">
                <a:solidFill>
                  <a:srgbClr val="5E6B7A"/>
                </a:solidFill>
              </a:defRPr>
            </a:lvl7pPr>
            <a:lvl8pPr>
              <a:defRPr sz="1425" b="0">
                <a:solidFill>
                  <a:srgbClr val="5E6B7A"/>
                </a:solidFill>
              </a:defRPr>
            </a:lvl8pPr>
            <a:lvl9pPr>
              <a:defRPr sz="1425" b="0">
                <a:solidFill>
                  <a:srgbClr val="5E6B7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Una base reutilizable para comprobar el aprovisionamiento de extremo a extremo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76854-96C6-44F2-8AD1-08DA4B66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BC01E-9674-4228-BF05-A57A920F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5E6B7A"/>
                </a:solidFill>
              </a:defRPr>
            </a:defPPr>
            <a:lvl1pPr>
              <a:defRPr sz="975" b="0">
                <a:solidFill>
                  <a:srgbClr val="5E6B7A"/>
                </a:solidFill>
              </a:defRPr>
            </a:lvl1pPr>
            <a:lvl2pPr>
              <a:defRPr sz="975" b="0">
                <a:solidFill>
                  <a:srgbClr val="5E6B7A"/>
                </a:solidFill>
              </a:defRPr>
            </a:lvl2pPr>
            <a:lvl3pPr>
              <a:defRPr sz="975" b="0">
                <a:solidFill>
                  <a:srgbClr val="5E6B7A"/>
                </a:solidFill>
              </a:defRPr>
            </a:lvl3pPr>
            <a:lvl4pPr>
              <a:defRPr sz="975" b="0">
                <a:solidFill>
                  <a:srgbClr val="5E6B7A"/>
                </a:solidFill>
              </a:defRPr>
            </a:lvl4pPr>
            <a:lvl5pPr>
              <a:defRPr sz="975" b="0">
                <a:solidFill>
                  <a:srgbClr val="5E6B7A"/>
                </a:solidFill>
              </a:defRPr>
            </a:lvl5pPr>
            <a:lvl6pPr>
              <a:defRPr sz="975" b="0">
                <a:solidFill>
                  <a:srgbClr val="5E6B7A"/>
                </a:solidFill>
              </a:defRPr>
            </a:lvl6pPr>
            <a:lvl7pPr>
              <a:defRPr sz="975" b="0">
                <a:solidFill>
                  <a:srgbClr val="5E6B7A"/>
                </a:solidFill>
              </a:defRPr>
            </a:lvl7pPr>
            <a:lvl8pPr>
              <a:defRPr sz="975" b="0">
                <a:solidFill>
                  <a:srgbClr val="5E6B7A"/>
                </a:solidFill>
              </a:defRPr>
            </a:lvl8pPr>
            <a:lvl9pPr>
              <a:defRPr sz="975" b="0">
                <a:solidFill>
                  <a:srgbClr val="5E6B7A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E6B7A"/>
                </a:solidFill>
              </a:defRPr>
            </a:pPr>
            <a:r>
              <a:rPr sz="975" b="0">
                <a:solidFill>
                  <a:srgbClr val="5E6B7A"/>
                </a:solidFill>
              </a:rPr>
              <a:t>IdM Test Framework  ·  1/4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0DC80-164C-4219-9DAC-A6B7AFF3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2463A5"/>
                </a:solidFill>
              </a:defRPr>
            </a:defPPr>
            <a:lvl1pPr>
              <a:defRPr sz="1200" b="1">
                <a:solidFill>
                  <a:srgbClr val="2463A5"/>
                </a:solidFill>
              </a:defRPr>
            </a:lvl1pPr>
            <a:lvl2pPr>
              <a:defRPr sz="1200" b="1">
                <a:solidFill>
                  <a:srgbClr val="2463A5"/>
                </a:solidFill>
              </a:defRPr>
            </a:lvl2pPr>
            <a:lvl3pPr>
              <a:defRPr sz="1200" b="1">
                <a:solidFill>
                  <a:srgbClr val="2463A5"/>
                </a:solidFill>
              </a:defRPr>
            </a:lvl3pPr>
            <a:lvl4pPr>
              <a:defRPr sz="1200" b="1">
                <a:solidFill>
                  <a:srgbClr val="2463A5"/>
                </a:solidFill>
              </a:defRPr>
            </a:lvl4pPr>
            <a:lvl5pPr>
              <a:defRPr sz="1200" b="1">
                <a:solidFill>
                  <a:srgbClr val="2463A5"/>
                </a:solidFill>
              </a:defRPr>
            </a:lvl5pPr>
            <a:lvl6pPr>
              <a:defRPr sz="1200" b="1">
                <a:solidFill>
                  <a:srgbClr val="2463A5"/>
                </a:solidFill>
              </a:defRPr>
            </a:lvl6pPr>
            <a:lvl7pPr>
              <a:defRPr sz="1200" b="1">
                <a:solidFill>
                  <a:srgbClr val="2463A5"/>
                </a:solidFill>
              </a:defRPr>
            </a:lvl7pPr>
            <a:lvl8pPr>
              <a:defRPr sz="1200" b="1">
                <a:solidFill>
                  <a:srgbClr val="2463A5"/>
                </a:solidFill>
              </a:defRPr>
            </a:lvl8pPr>
            <a:lvl9pPr>
              <a:defRPr sz="120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463A5"/>
                </a:solidFill>
              </a:defRPr>
            </a:pPr>
            <a:r>
              <a:rPr sz="1200" b="1">
                <a:solidFill>
                  <a:srgbClr val="2463A5"/>
                </a:solidFill>
              </a:rPr>
              <a:t>TECNOLOGÍA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368D3-F087-4D5D-BDAD-1D4F6027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4263F"/>
                </a:solidFill>
              </a:defRPr>
            </a:defPPr>
            <a:lvl1pPr>
              <a:defRPr sz="1725" b="1">
                <a:solidFill>
                  <a:srgbClr val="14263F"/>
                </a:solidFill>
              </a:defRPr>
            </a:lvl1pPr>
            <a:lvl2pPr>
              <a:defRPr sz="1725" b="1">
                <a:solidFill>
                  <a:srgbClr val="14263F"/>
                </a:solidFill>
              </a:defRPr>
            </a:lvl2pPr>
            <a:lvl3pPr>
              <a:defRPr sz="1725" b="1">
                <a:solidFill>
                  <a:srgbClr val="14263F"/>
                </a:solidFill>
              </a:defRPr>
            </a:lvl3pPr>
            <a:lvl4pPr>
              <a:defRPr sz="1725" b="1">
                <a:solidFill>
                  <a:srgbClr val="14263F"/>
                </a:solidFill>
              </a:defRPr>
            </a:lvl4pPr>
            <a:lvl5pPr>
              <a:defRPr sz="1725" b="1">
                <a:solidFill>
                  <a:srgbClr val="14263F"/>
                </a:solidFill>
              </a:defRPr>
            </a:lvl5pPr>
            <a:lvl6pPr>
              <a:defRPr sz="1725" b="1">
                <a:solidFill>
                  <a:srgbClr val="14263F"/>
                </a:solidFill>
              </a:defRPr>
            </a:lvl6pPr>
            <a:lvl7pPr>
              <a:defRPr sz="1725" b="1">
                <a:solidFill>
                  <a:srgbClr val="14263F"/>
                </a:solidFill>
              </a:defRPr>
            </a:lvl7pPr>
            <a:lvl8pPr>
              <a:defRPr sz="1725" b="1">
                <a:solidFill>
                  <a:srgbClr val="14263F"/>
                </a:solidFill>
              </a:defRPr>
            </a:lvl8pPr>
            <a:lvl9pPr>
              <a:defRPr sz="1725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263F"/>
                </a:solidFill>
              </a:defRPr>
            </a:pPr>
            <a:r>
              <a:rPr sz="1725" b="1">
                <a:solidFill>
                  <a:srgbClr val="14263F"/>
                </a:solidFill>
              </a:rPr>
              <a:t>Java 25 · Spring Boot 4.1.1 · Maven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258F4-54BC-4A31-BB6A-47AABA63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5095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22334B"/>
                </a:solidFill>
              </a:defRPr>
            </a:defPPr>
            <a:lvl1pPr>
              <a:defRPr sz="1575" b="0">
                <a:solidFill>
                  <a:srgbClr val="22334B"/>
                </a:solidFill>
              </a:defRPr>
            </a:lvl1pPr>
            <a:lvl2pPr>
              <a:defRPr sz="1575" b="0">
                <a:solidFill>
                  <a:srgbClr val="22334B"/>
                </a:solidFill>
              </a:defRPr>
            </a:lvl2pPr>
            <a:lvl3pPr>
              <a:defRPr sz="1575" b="0">
                <a:solidFill>
                  <a:srgbClr val="22334B"/>
                </a:solidFill>
              </a:defRPr>
            </a:lvl3pPr>
            <a:lvl4pPr>
              <a:defRPr sz="1575" b="0">
                <a:solidFill>
                  <a:srgbClr val="22334B"/>
                </a:solidFill>
              </a:defRPr>
            </a:lvl4pPr>
            <a:lvl5pPr>
              <a:defRPr sz="1575" b="0">
                <a:solidFill>
                  <a:srgbClr val="22334B"/>
                </a:solidFill>
              </a:defRPr>
            </a:lvl5pPr>
            <a:lvl6pPr>
              <a:defRPr sz="1575" b="0">
                <a:solidFill>
                  <a:srgbClr val="22334B"/>
                </a:solidFill>
              </a:defRPr>
            </a:lvl6pPr>
            <a:lvl7pPr>
              <a:defRPr sz="1575" b="0">
                <a:solidFill>
                  <a:srgbClr val="22334B"/>
                </a:solidFill>
              </a:defRPr>
            </a:lvl7pPr>
            <a:lvl8pPr>
              <a:defRPr sz="1575" b="0">
                <a:solidFill>
                  <a:srgbClr val="22334B"/>
                </a:solidFill>
              </a:defRPr>
            </a:lvl8pPr>
            <a:lvl9pPr>
              <a:defRPr sz="1575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2334B"/>
                </a:solidFill>
              </a:defRPr>
            </a:pPr>
            <a:r>
              <a:rPr sz="1575" b="0">
                <a:solidFill>
                  <a:srgbClr val="22334B"/>
                </a:solidFill>
              </a:rPr>
              <a:t>Escenarios en YAML o JUnit; interfaz local en React para editar, ejecutar y revisar resultados.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CB022-325A-4661-ACB7-E28C7335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43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2463A5"/>
                </a:solidFill>
              </a:defRPr>
            </a:defPPr>
            <a:lvl1pPr>
              <a:defRPr sz="1200" b="1">
                <a:solidFill>
                  <a:srgbClr val="2463A5"/>
                </a:solidFill>
              </a:defRPr>
            </a:lvl1pPr>
            <a:lvl2pPr>
              <a:defRPr sz="1200" b="1">
                <a:solidFill>
                  <a:srgbClr val="2463A5"/>
                </a:solidFill>
              </a:defRPr>
            </a:lvl2pPr>
            <a:lvl3pPr>
              <a:defRPr sz="1200" b="1">
                <a:solidFill>
                  <a:srgbClr val="2463A5"/>
                </a:solidFill>
              </a:defRPr>
            </a:lvl3pPr>
            <a:lvl4pPr>
              <a:defRPr sz="1200" b="1">
                <a:solidFill>
                  <a:srgbClr val="2463A5"/>
                </a:solidFill>
              </a:defRPr>
            </a:lvl4pPr>
            <a:lvl5pPr>
              <a:defRPr sz="1200" b="1">
                <a:solidFill>
                  <a:srgbClr val="2463A5"/>
                </a:solidFill>
              </a:defRPr>
            </a:lvl5pPr>
            <a:lvl6pPr>
              <a:defRPr sz="1200" b="1">
                <a:solidFill>
                  <a:srgbClr val="2463A5"/>
                </a:solidFill>
              </a:defRPr>
            </a:lvl6pPr>
            <a:lvl7pPr>
              <a:defRPr sz="1200" b="1">
                <a:solidFill>
                  <a:srgbClr val="2463A5"/>
                </a:solidFill>
              </a:defRPr>
            </a:lvl7pPr>
            <a:lvl8pPr>
              <a:defRPr sz="1200" b="1">
                <a:solidFill>
                  <a:srgbClr val="2463A5"/>
                </a:solidFill>
              </a:defRPr>
            </a:lvl8pPr>
            <a:lvl9pPr>
              <a:defRPr sz="120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463A5"/>
                </a:solidFill>
              </a:defRPr>
            </a:pPr>
            <a:r>
              <a:rPr sz="1200" b="1">
                <a:solidFill>
                  <a:srgbClr val="2463A5"/>
                </a:solidFill>
              </a:rPr>
              <a:t>COMPONENTES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C0D9E-5894-473F-A838-1B412F92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4263F"/>
                </a:solidFill>
              </a:defRPr>
            </a:defPPr>
            <a:lvl1pPr>
              <a:defRPr sz="1650" b="1">
                <a:solidFill>
                  <a:srgbClr val="14263F"/>
                </a:solidFill>
              </a:defRPr>
            </a:lvl1pPr>
            <a:lvl2pPr>
              <a:defRPr sz="1650" b="1">
                <a:solidFill>
                  <a:srgbClr val="14263F"/>
                </a:solidFill>
              </a:defRPr>
            </a:lvl2pPr>
            <a:lvl3pPr>
              <a:defRPr sz="1650" b="1">
                <a:solidFill>
                  <a:srgbClr val="14263F"/>
                </a:solidFill>
              </a:defRPr>
            </a:lvl3pPr>
            <a:lvl4pPr>
              <a:defRPr sz="1650" b="1">
                <a:solidFill>
                  <a:srgbClr val="14263F"/>
                </a:solidFill>
              </a:defRPr>
            </a:lvl4pPr>
            <a:lvl5pPr>
              <a:defRPr sz="1650" b="1">
                <a:solidFill>
                  <a:srgbClr val="14263F"/>
                </a:solidFill>
              </a:defRPr>
            </a:lvl5pPr>
            <a:lvl6pPr>
              <a:defRPr sz="1650" b="1">
                <a:solidFill>
                  <a:srgbClr val="14263F"/>
                </a:solidFill>
              </a:defRPr>
            </a:lvl6pPr>
            <a:lvl7pPr>
              <a:defRPr sz="1650" b="1">
                <a:solidFill>
                  <a:srgbClr val="14263F"/>
                </a:solidFill>
              </a:defRPr>
            </a:lvl7pPr>
            <a:lvl8pPr>
              <a:defRPr sz="1650" b="1">
                <a:solidFill>
                  <a:srgbClr val="14263F"/>
                </a:solidFill>
              </a:defRPr>
            </a:lvl8pPr>
            <a:lvl9pPr>
              <a:defRPr sz="165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F"/>
                </a:solidFill>
              </a:defRPr>
            </a:pPr>
            <a:r>
              <a:rPr sz="1650" b="1">
                <a:solidFill>
                  <a:srgbClr val="14263F"/>
                </a:solidFill>
              </a:rPr>
              <a:t>Motor y ejecutores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D544F-A5B9-4F3E-9D5A-63757B75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670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22334B"/>
                </a:solidFill>
              </a:defRPr>
            </a:defPPr>
            <a:lvl1pPr>
              <a:defRPr sz="1350" b="0">
                <a:solidFill>
                  <a:srgbClr val="22334B"/>
                </a:solidFill>
              </a:defRPr>
            </a:lvl1pPr>
            <a:lvl2pPr>
              <a:defRPr sz="1350" b="0">
                <a:solidFill>
                  <a:srgbClr val="22334B"/>
                </a:solidFill>
              </a:defRPr>
            </a:lvl2pPr>
            <a:lvl3pPr>
              <a:defRPr sz="1350" b="0">
                <a:solidFill>
                  <a:srgbClr val="22334B"/>
                </a:solidFill>
              </a:defRPr>
            </a:lvl3pPr>
            <a:lvl4pPr>
              <a:defRPr sz="1350" b="0">
                <a:solidFill>
                  <a:srgbClr val="22334B"/>
                </a:solidFill>
              </a:defRPr>
            </a:lvl4pPr>
            <a:lvl5pPr>
              <a:defRPr sz="1350" b="0">
                <a:solidFill>
                  <a:srgbClr val="22334B"/>
                </a:solidFill>
              </a:defRPr>
            </a:lvl5pPr>
            <a:lvl6pPr>
              <a:defRPr sz="1350" b="0">
                <a:solidFill>
                  <a:srgbClr val="22334B"/>
                </a:solidFill>
              </a:defRPr>
            </a:lvl6pPr>
            <a:lvl7pPr>
              <a:defRPr sz="1350" b="0">
                <a:solidFill>
                  <a:srgbClr val="22334B"/>
                </a:solidFill>
              </a:defRPr>
            </a:lvl7pPr>
            <a:lvl8pPr>
              <a:defRPr sz="1350" b="0">
                <a:solidFill>
                  <a:srgbClr val="22334B"/>
                </a:solidFill>
              </a:defRPr>
            </a:lvl8pPr>
            <a:lvl9pPr>
              <a:defRPr sz="1350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334B"/>
                </a:solidFill>
              </a:defRPr>
            </a:pPr>
            <a:r>
              <a:rPr sz="1350" b="0">
                <a:solidFill>
                  <a:srgbClr val="22334B"/>
                </a:solidFill>
              </a:rPr>
              <a:t>Validan pasos, esperas, limpieza y resultados.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37C56-8D2A-4A0F-93F5-2CF869B3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623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4263F"/>
                </a:solidFill>
              </a:defRPr>
            </a:defPPr>
            <a:lvl1pPr>
              <a:defRPr sz="1650" b="1">
                <a:solidFill>
                  <a:srgbClr val="14263F"/>
                </a:solidFill>
              </a:defRPr>
            </a:lvl1pPr>
            <a:lvl2pPr>
              <a:defRPr sz="1650" b="1">
                <a:solidFill>
                  <a:srgbClr val="14263F"/>
                </a:solidFill>
              </a:defRPr>
            </a:lvl2pPr>
            <a:lvl3pPr>
              <a:defRPr sz="1650" b="1">
                <a:solidFill>
                  <a:srgbClr val="14263F"/>
                </a:solidFill>
              </a:defRPr>
            </a:lvl3pPr>
            <a:lvl4pPr>
              <a:defRPr sz="1650" b="1">
                <a:solidFill>
                  <a:srgbClr val="14263F"/>
                </a:solidFill>
              </a:defRPr>
            </a:lvl4pPr>
            <a:lvl5pPr>
              <a:defRPr sz="1650" b="1">
                <a:solidFill>
                  <a:srgbClr val="14263F"/>
                </a:solidFill>
              </a:defRPr>
            </a:lvl5pPr>
            <a:lvl6pPr>
              <a:defRPr sz="1650" b="1">
                <a:solidFill>
                  <a:srgbClr val="14263F"/>
                </a:solidFill>
              </a:defRPr>
            </a:lvl6pPr>
            <a:lvl7pPr>
              <a:defRPr sz="1650" b="1">
                <a:solidFill>
                  <a:srgbClr val="14263F"/>
                </a:solidFill>
              </a:defRPr>
            </a:lvl7pPr>
            <a:lvl8pPr>
              <a:defRPr sz="1650" b="1">
                <a:solidFill>
                  <a:srgbClr val="14263F"/>
                </a:solidFill>
              </a:defRPr>
            </a:lvl8pPr>
            <a:lvl9pPr>
              <a:defRPr sz="165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F"/>
                </a:solidFill>
              </a:defRPr>
            </a:pPr>
            <a:r>
              <a:rPr sz="1650" b="1">
                <a:solidFill>
                  <a:srgbClr val="14263F"/>
                </a:solidFill>
              </a:rPr>
              <a:t>Conectores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5F354-7C04-4734-9B91-357020F5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957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22334B"/>
                </a:solidFill>
              </a:defRPr>
            </a:defPPr>
            <a:lvl1pPr>
              <a:defRPr sz="1350" b="0">
                <a:solidFill>
                  <a:srgbClr val="22334B"/>
                </a:solidFill>
              </a:defRPr>
            </a:lvl1pPr>
            <a:lvl2pPr>
              <a:defRPr sz="1350" b="0">
                <a:solidFill>
                  <a:srgbClr val="22334B"/>
                </a:solidFill>
              </a:defRPr>
            </a:lvl2pPr>
            <a:lvl3pPr>
              <a:defRPr sz="1350" b="0">
                <a:solidFill>
                  <a:srgbClr val="22334B"/>
                </a:solidFill>
              </a:defRPr>
            </a:lvl3pPr>
            <a:lvl4pPr>
              <a:defRPr sz="1350" b="0">
                <a:solidFill>
                  <a:srgbClr val="22334B"/>
                </a:solidFill>
              </a:defRPr>
            </a:lvl4pPr>
            <a:lvl5pPr>
              <a:defRPr sz="1350" b="0">
                <a:solidFill>
                  <a:srgbClr val="22334B"/>
                </a:solidFill>
              </a:defRPr>
            </a:lvl5pPr>
            <a:lvl6pPr>
              <a:defRPr sz="1350" b="0">
                <a:solidFill>
                  <a:srgbClr val="22334B"/>
                </a:solidFill>
              </a:defRPr>
            </a:lvl6pPr>
            <a:lvl7pPr>
              <a:defRPr sz="1350" b="0">
                <a:solidFill>
                  <a:srgbClr val="22334B"/>
                </a:solidFill>
              </a:defRPr>
            </a:lvl7pPr>
            <a:lvl8pPr>
              <a:defRPr sz="1350" b="0">
                <a:solidFill>
                  <a:srgbClr val="22334B"/>
                </a:solidFill>
              </a:defRPr>
            </a:lvl8pPr>
            <a:lvl9pPr>
              <a:defRPr sz="1350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334B"/>
                </a:solidFill>
              </a:defRPr>
            </a:pPr>
            <a:r>
              <a:rPr sz="1350" b="0">
                <a:solidFill>
                  <a:srgbClr val="22334B"/>
                </a:solidFill>
              </a:rPr>
              <a:t>REST/HTTP, SOAP, LDAP y SQL.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78E30-37A5-48F7-9028-85001205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910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4263F"/>
                </a:solidFill>
              </a:defRPr>
            </a:defPPr>
            <a:lvl1pPr>
              <a:defRPr sz="1650" b="1">
                <a:solidFill>
                  <a:srgbClr val="14263F"/>
                </a:solidFill>
              </a:defRPr>
            </a:lvl1pPr>
            <a:lvl2pPr>
              <a:defRPr sz="1650" b="1">
                <a:solidFill>
                  <a:srgbClr val="14263F"/>
                </a:solidFill>
              </a:defRPr>
            </a:lvl2pPr>
            <a:lvl3pPr>
              <a:defRPr sz="1650" b="1">
                <a:solidFill>
                  <a:srgbClr val="14263F"/>
                </a:solidFill>
              </a:defRPr>
            </a:lvl3pPr>
            <a:lvl4pPr>
              <a:defRPr sz="1650" b="1">
                <a:solidFill>
                  <a:srgbClr val="14263F"/>
                </a:solidFill>
              </a:defRPr>
            </a:lvl4pPr>
            <a:lvl5pPr>
              <a:defRPr sz="1650" b="1">
                <a:solidFill>
                  <a:srgbClr val="14263F"/>
                </a:solidFill>
              </a:defRPr>
            </a:lvl5pPr>
            <a:lvl6pPr>
              <a:defRPr sz="1650" b="1">
                <a:solidFill>
                  <a:srgbClr val="14263F"/>
                </a:solidFill>
              </a:defRPr>
            </a:lvl6pPr>
            <a:lvl7pPr>
              <a:defRPr sz="1650" b="1">
                <a:solidFill>
                  <a:srgbClr val="14263F"/>
                </a:solidFill>
              </a:defRPr>
            </a:lvl7pPr>
            <a:lvl8pPr>
              <a:defRPr sz="1650" b="1">
                <a:solidFill>
                  <a:srgbClr val="14263F"/>
                </a:solidFill>
              </a:defRPr>
            </a:lvl8pPr>
            <a:lvl9pPr>
              <a:defRPr sz="165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F"/>
                </a:solidFill>
              </a:defRPr>
            </a:pPr>
            <a:r>
              <a:rPr sz="1650" b="1">
                <a:solidFill>
                  <a:srgbClr val="14263F"/>
                </a:solidFill>
              </a:rPr>
              <a:t>Runner y reportes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378F8-A3F9-44B7-A2FD-A7A58CFC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244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22334B"/>
                </a:solidFill>
              </a:defRPr>
            </a:defPPr>
            <a:lvl1pPr>
              <a:defRPr sz="1350" b="0">
                <a:solidFill>
                  <a:srgbClr val="22334B"/>
                </a:solidFill>
              </a:defRPr>
            </a:lvl1pPr>
            <a:lvl2pPr>
              <a:defRPr sz="1350" b="0">
                <a:solidFill>
                  <a:srgbClr val="22334B"/>
                </a:solidFill>
              </a:defRPr>
            </a:lvl2pPr>
            <a:lvl3pPr>
              <a:defRPr sz="1350" b="0">
                <a:solidFill>
                  <a:srgbClr val="22334B"/>
                </a:solidFill>
              </a:defRPr>
            </a:lvl3pPr>
            <a:lvl4pPr>
              <a:defRPr sz="1350" b="0">
                <a:solidFill>
                  <a:srgbClr val="22334B"/>
                </a:solidFill>
              </a:defRPr>
            </a:lvl4pPr>
            <a:lvl5pPr>
              <a:defRPr sz="1350" b="0">
                <a:solidFill>
                  <a:srgbClr val="22334B"/>
                </a:solidFill>
              </a:defRPr>
            </a:lvl5pPr>
            <a:lvl6pPr>
              <a:defRPr sz="1350" b="0">
                <a:solidFill>
                  <a:srgbClr val="22334B"/>
                </a:solidFill>
              </a:defRPr>
            </a:lvl6pPr>
            <a:lvl7pPr>
              <a:defRPr sz="1350" b="0">
                <a:solidFill>
                  <a:srgbClr val="22334B"/>
                </a:solidFill>
              </a:defRPr>
            </a:lvl7pPr>
            <a:lvl8pPr>
              <a:defRPr sz="1350" b="0">
                <a:solidFill>
                  <a:srgbClr val="22334B"/>
                </a:solidFill>
              </a:defRPr>
            </a:lvl8pPr>
            <a:lvl9pPr>
              <a:defRPr sz="1350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334B"/>
                </a:solidFill>
              </a:defRPr>
            </a:pPr>
            <a:r>
              <a:rPr sz="1350" b="0">
                <a:solidFill>
                  <a:srgbClr val="22334B"/>
                </a:solidFill>
              </a:rPr>
              <a:t>Ejecución por perfil; evidencia JSON y HTML.</a:t>
            </a:r>
          </a:p>
        </p:txBody>
      </p:sp>
    </p:spTree>
    <p:extLst>
      <p:ext uri="{BB962C8B-B14F-4D97-AF65-F5344CB8AC3E}">
        <p14:creationId xmlns:p14="http://schemas.microsoft.com/office/powerpoint/2010/main" val="12877949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5D0A07-BFCD-47F3-BD2A-764F484B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4263F"/>
                </a:solidFill>
              </a:defRPr>
            </a:defPPr>
            <a:lvl1pPr>
              <a:defRPr sz="2850" b="1">
                <a:solidFill>
                  <a:srgbClr val="14263F"/>
                </a:solidFill>
              </a:defRPr>
            </a:lvl1pPr>
            <a:lvl2pPr>
              <a:defRPr sz="2850" b="1">
                <a:solidFill>
                  <a:srgbClr val="14263F"/>
                </a:solidFill>
              </a:defRPr>
            </a:lvl2pPr>
            <a:lvl3pPr>
              <a:defRPr sz="2850" b="1">
                <a:solidFill>
                  <a:srgbClr val="14263F"/>
                </a:solidFill>
              </a:defRPr>
            </a:lvl3pPr>
            <a:lvl4pPr>
              <a:defRPr sz="2850" b="1">
                <a:solidFill>
                  <a:srgbClr val="14263F"/>
                </a:solidFill>
              </a:defRPr>
            </a:lvl4pPr>
            <a:lvl5pPr>
              <a:defRPr sz="2850" b="1">
                <a:solidFill>
                  <a:srgbClr val="14263F"/>
                </a:solidFill>
              </a:defRPr>
            </a:lvl5pPr>
            <a:lvl6pPr>
              <a:defRPr sz="2850" b="1">
                <a:solidFill>
                  <a:srgbClr val="14263F"/>
                </a:solidFill>
              </a:defRPr>
            </a:lvl6pPr>
            <a:lvl7pPr>
              <a:defRPr sz="2850" b="1">
                <a:solidFill>
                  <a:srgbClr val="14263F"/>
                </a:solidFill>
              </a:defRPr>
            </a:lvl7pPr>
            <a:lvl8pPr>
              <a:defRPr sz="2850" b="1">
                <a:solidFill>
                  <a:srgbClr val="14263F"/>
                </a:solidFill>
              </a:defRPr>
            </a:lvl8pPr>
            <a:lvl9pPr>
              <a:defRPr sz="285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63F"/>
                </a:solidFill>
              </a:defRPr>
            </a:pPr>
            <a:r>
              <a:rPr sz="2850" b="1">
                <a:solidFill>
                  <a:srgbClr val="14263F"/>
                </a:solidFill>
              </a:rPr>
              <a:t>Condiciones para ejecutar el piloto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9468E-0BB4-4D44-9E21-D4E95059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E6B7A"/>
                </a:solidFill>
              </a:defRPr>
            </a:defPPr>
            <a:lvl1pPr>
              <a:defRPr sz="1425" b="0">
                <a:solidFill>
                  <a:srgbClr val="5E6B7A"/>
                </a:solidFill>
              </a:defRPr>
            </a:lvl1pPr>
            <a:lvl2pPr>
              <a:defRPr sz="1425" b="0">
                <a:solidFill>
                  <a:srgbClr val="5E6B7A"/>
                </a:solidFill>
              </a:defRPr>
            </a:lvl2pPr>
            <a:lvl3pPr>
              <a:defRPr sz="1425" b="0">
                <a:solidFill>
                  <a:srgbClr val="5E6B7A"/>
                </a:solidFill>
              </a:defRPr>
            </a:lvl3pPr>
            <a:lvl4pPr>
              <a:defRPr sz="1425" b="0">
                <a:solidFill>
                  <a:srgbClr val="5E6B7A"/>
                </a:solidFill>
              </a:defRPr>
            </a:lvl4pPr>
            <a:lvl5pPr>
              <a:defRPr sz="1425" b="0">
                <a:solidFill>
                  <a:srgbClr val="5E6B7A"/>
                </a:solidFill>
              </a:defRPr>
            </a:lvl5pPr>
            <a:lvl6pPr>
              <a:defRPr sz="1425" b="0">
                <a:solidFill>
                  <a:srgbClr val="5E6B7A"/>
                </a:solidFill>
              </a:defRPr>
            </a:lvl6pPr>
            <a:lvl7pPr>
              <a:defRPr sz="1425" b="0">
                <a:solidFill>
                  <a:srgbClr val="5E6B7A"/>
                </a:solidFill>
              </a:defRPr>
            </a:lvl7pPr>
            <a:lvl8pPr>
              <a:defRPr sz="1425" b="0">
                <a:solidFill>
                  <a:srgbClr val="5E6B7A"/>
                </a:solidFill>
              </a:defRPr>
            </a:lvl8pPr>
            <a:lvl9pPr>
              <a:defRPr sz="1425" b="0">
                <a:solidFill>
                  <a:srgbClr val="5E6B7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Requisitos de entorno y límites que debemos comprobar antes de escalar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8E943-14B3-4940-AD1C-F94AEF9D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0B2E1-F04E-43C2-91E9-E2141C10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5E6B7A"/>
                </a:solidFill>
              </a:defRPr>
            </a:defPPr>
            <a:lvl1pPr>
              <a:defRPr sz="975" b="0">
                <a:solidFill>
                  <a:srgbClr val="5E6B7A"/>
                </a:solidFill>
              </a:defRPr>
            </a:lvl1pPr>
            <a:lvl2pPr>
              <a:defRPr sz="975" b="0">
                <a:solidFill>
                  <a:srgbClr val="5E6B7A"/>
                </a:solidFill>
              </a:defRPr>
            </a:lvl2pPr>
            <a:lvl3pPr>
              <a:defRPr sz="975" b="0">
                <a:solidFill>
                  <a:srgbClr val="5E6B7A"/>
                </a:solidFill>
              </a:defRPr>
            </a:lvl3pPr>
            <a:lvl4pPr>
              <a:defRPr sz="975" b="0">
                <a:solidFill>
                  <a:srgbClr val="5E6B7A"/>
                </a:solidFill>
              </a:defRPr>
            </a:lvl4pPr>
            <a:lvl5pPr>
              <a:defRPr sz="975" b="0">
                <a:solidFill>
                  <a:srgbClr val="5E6B7A"/>
                </a:solidFill>
              </a:defRPr>
            </a:lvl5pPr>
            <a:lvl6pPr>
              <a:defRPr sz="975" b="0">
                <a:solidFill>
                  <a:srgbClr val="5E6B7A"/>
                </a:solidFill>
              </a:defRPr>
            </a:lvl6pPr>
            <a:lvl7pPr>
              <a:defRPr sz="975" b="0">
                <a:solidFill>
                  <a:srgbClr val="5E6B7A"/>
                </a:solidFill>
              </a:defRPr>
            </a:lvl7pPr>
            <a:lvl8pPr>
              <a:defRPr sz="975" b="0">
                <a:solidFill>
                  <a:srgbClr val="5E6B7A"/>
                </a:solidFill>
              </a:defRPr>
            </a:lvl8pPr>
            <a:lvl9pPr>
              <a:defRPr sz="975" b="0">
                <a:solidFill>
                  <a:srgbClr val="5E6B7A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E6B7A"/>
                </a:solidFill>
              </a:defRPr>
            </a:pPr>
            <a:r>
              <a:rPr sz="975" b="0">
                <a:solidFill>
                  <a:srgbClr val="5E6B7A"/>
                </a:solidFill>
              </a:rPr>
              <a:t>IdM Test Framework  ·  2/4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4E4B4-C3AA-4733-86AC-5B66F065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2463A5"/>
                </a:solidFill>
              </a:defRPr>
            </a:defPPr>
            <a:lvl1pPr>
              <a:defRPr sz="1200" b="1">
                <a:solidFill>
                  <a:srgbClr val="2463A5"/>
                </a:solidFill>
              </a:defRPr>
            </a:lvl1pPr>
            <a:lvl2pPr>
              <a:defRPr sz="1200" b="1">
                <a:solidFill>
                  <a:srgbClr val="2463A5"/>
                </a:solidFill>
              </a:defRPr>
            </a:lvl2pPr>
            <a:lvl3pPr>
              <a:defRPr sz="1200" b="1">
                <a:solidFill>
                  <a:srgbClr val="2463A5"/>
                </a:solidFill>
              </a:defRPr>
            </a:lvl3pPr>
            <a:lvl4pPr>
              <a:defRPr sz="1200" b="1">
                <a:solidFill>
                  <a:srgbClr val="2463A5"/>
                </a:solidFill>
              </a:defRPr>
            </a:lvl4pPr>
            <a:lvl5pPr>
              <a:defRPr sz="1200" b="1">
                <a:solidFill>
                  <a:srgbClr val="2463A5"/>
                </a:solidFill>
              </a:defRPr>
            </a:lvl5pPr>
            <a:lvl6pPr>
              <a:defRPr sz="1200" b="1">
                <a:solidFill>
                  <a:srgbClr val="2463A5"/>
                </a:solidFill>
              </a:defRPr>
            </a:lvl6pPr>
            <a:lvl7pPr>
              <a:defRPr sz="1200" b="1">
                <a:solidFill>
                  <a:srgbClr val="2463A5"/>
                </a:solidFill>
              </a:defRPr>
            </a:lvl7pPr>
            <a:lvl8pPr>
              <a:defRPr sz="1200" b="1">
                <a:solidFill>
                  <a:srgbClr val="2463A5"/>
                </a:solidFill>
              </a:defRPr>
            </a:lvl8pPr>
            <a:lvl9pPr>
              <a:defRPr sz="120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463A5"/>
                </a:solidFill>
              </a:defRPr>
            </a:pPr>
            <a:r>
              <a:rPr sz="1200" b="1">
                <a:solidFill>
                  <a:srgbClr val="2463A5"/>
                </a:solidFill>
              </a:rPr>
              <a:t>SE NECESITA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7D8B4-C2DB-4771-A522-9C0D3568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4263F"/>
                </a:solidFill>
              </a:defRPr>
            </a:defPPr>
            <a:lvl1pPr>
              <a:defRPr sz="1650" b="1">
                <a:solidFill>
                  <a:srgbClr val="14263F"/>
                </a:solidFill>
              </a:defRPr>
            </a:lvl1pPr>
            <a:lvl2pPr>
              <a:defRPr sz="1650" b="1">
                <a:solidFill>
                  <a:srgbClr val="14263F"/>
                </a:solidFill>
              </a:defRPr>
            </a:lvl2pPr>
            <a:lvl3pPr>
              <a:defRPr sz="1650" b="1">
                <a:solidFill>
                  <a:srgbClr val="14263F"/>
                </a:solidFill>
              </a:defRPr>
            </a:lvl3pPr>
            <a:lvl4pPr>
              <a:defRPr sz="1650" b="1">
                <a:solidFill>
                  <a:srgbClr val="14263F"/>
                </a:solidFill>
              </a:defRPr>
            </a:lvl4pPr>
            <a:lvl5pPr>
              <a:defRPr sz="1650" b="1">
                <a:solidFill>
                  <a:srgbClr val="14263F"/>
                </a:solidFill>
              </a:defRPr>
            </a:lvl5pPr>
            <a:lvl6pPr>
              <a:defRPr sz="1650" b="1">
                <a:solidFill>
                  <a:srgbClr val="14263F"/>
                </a:solidFill>
              </a:defRPr>
            </a:lvl6pPr>
            <a:lvl7pPr>
              <a:defRPr sz="1650" b="1">
                <a:solidFill>
                  <a:srgbClr val="14263F"/>
                </a:solidFill>
              </a:defRPr>
            </a:lvl7pPr>
            <a:lvl8pPr>
              <a:defRPr sz="1650" b="1">
                <a:solidFill>
                  <a:srgbClr val="14263F"/>
                </a:solidFill>
              </a:defRPr>
            </a:lvl8pPr>
            <a:lvl9pPr>
              <a:defRPr sz="165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F"/>
                </a:solidFill>
              </a:defRPr>
            </a:pPr>
            <a:r>
              <a:rPr sz="1650" b="1">
                <a:solidFill>
                  <a:srgbClr val="14263F"/>
                </a:solidFill>
              </a:rPr>
              <a:t>Equipo de ejecución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CDF46-5D67-4C2E-A323-3D70DCFF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5191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22334B"/>
                </a:solidFill>
              </a:defRPr>
            </a:defPPr>
            <a:lvl1pPr>
              <a:defRPr sz="1350" b="0">
                <a:solidFill>
                  <a:srgbClr val="22334B"/>
                </a:solidFill>
              </a:defRPr>
            </a:lvl1pPr>
            <a:lvl2pPr>
              <a:defRPr sz="1350" b="0">
                <a:solidFill>
                  <a:srgbClr val="22334B"/>
                </a:solidFill>
              </a:defRPr>
            </a:lvl2pPr>
            <a:lvl3pPr>
              <a:defRPr sz="1350" b="0">
                <a:solidFill>
                  <a:srgbClr val="22334B"/>
                </a:solidFill>
              </a:defRPr>
            </a:lvl3pPr>
            <a:lvl4pPr>
              <a:defRPr sz="1350" b="0">
                <a:solidFill>
                  <a:srgbClr val="22334B"/>
                </a:solidFill>
              </a:defRPr>
            </a:lvl4pPr>
            <a:lvl5pPr>
              <a:defRPr sz="1350" b="0">
                <a:solidFill>
                  <a:srgbClr val="22334B"/>
                </a:solidFill>
              </a:defRPr>
            </a:lvl5pPr>
            <a:lvl6pPr>
              <a:defRPr sz="1350" b="0">
                <a:solidFill>
                  <a:srgbClr val="22334B"/>
                </a:solidFill>
              </a:defRPr>
            </a:lvl6pPr>
            <a:lvl7pPr>
              <a:defRPr sz="1350" b="0">
                <a:solidFill>
                  <a:srgbClr val="22334B"/>
                </a:solidFill>
              </a:defRPr>
            </a:lvl7pPr>
            <a:lvl8pPr>
              <a:defRPr sz="1350" b="0">
                <a:solidFill>
                  <a:srgbClr val="22334B"/>
                </a:solidFill>
              </a:defRPr>
            </a:lvl8pPr>
            <a:lvl9pPr>
              <a:defRPr sz="1350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334B"/>
                </a:solidFill>
              </a:defRPr>
            </a:pPr>
            <a:r>
              <a:rPr sz="1350" b="0">
                <a:solidFill>
                  <a:srgbClr val="22334B"/>
                </a:solidFill>
              </a:rPr>
              <a:t>ZIP con Java 25 incluido, o Java 25 para el JAR; Maven 3.9+ solo para compilar.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1BD44-E7EC-4FB8-AA36-A6C18F5F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4263F"/>
                </a:solidFill>
              </a:defRPr>
            </a:defPPr>
            <a:lvl1pPr>
              <a:defRPr sz="1650" b="1">
                <a:solidFill>
                  <a:srgbClr val="14263F"/>
                </a:solidFill>
              </a:defRPr>
            </a:lvl1pPr>
            <a:lvl2pPr>
              <a:defRPr sz="1650" b="1">
                <a:solidFill>
                  <a:srgbClr val="14263F"/>
                </a:solidFill>
              </a:defRPr>
            </a:lvl2pPr>
            <a:lvl3pPr>
              <a:defRPr sz="1650" b="1">
                <a:solidFill>
                  <a:srgbClr val="14263F"/>
                </a:solidFill>
              </a:defRPr>
            </a:lvl3pPr>
            <a:lvl4pPr>
              <a:defRPr sz="1650" b="1">
                <a:solidFill>
                  <a:srgbClr val="14263F"/>
                </a:solidFill>
              </a:defRPr>
            </a:lvl4pPr>
            <a:lvl5pPr>
              <a:defRPr sz="1650" b="1">
                <a:solidFill>
                  <a:srgbClr val="14263F"/>
                </a:solidFill>
              </a:defRPr>
            </a:lvl5pPr>
            <a:lvl6pPr>
              <a:defRPr sz="1650" b="1">
                <a:solidFill>
                  <a:srgbClr val="14263F"/>
                </a:solidFill>
              </a:defRPr>
            </a:lvl6pPr>
            <a:lvl7pPr>
              <a:defRPr sz="1650" b="1">
                <a:solidFill>
                  <a:srgbClr val="14263F"/>
                </a:solidFill>
              </a:defRPr>
            </a:lvl7pPr>
            <a:lvl8pPr>
              <a:defRPr sz="1650" b="1">
                <a:solidFill>
                  <a:srgbClr val="14263F"/>
                </a:solidFill>
              </a:defRPr>
            </a:lvl8pPr>
            <a:lvl9pPr>
              <a:defRPr sz="165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F"/>
                </a:solidFill>
              </a:defRPr>
            </a:pPr>
            <a:r>
              <a:rPr sz="1650" b="1">
                <a:solidFill>
                  <a:srgbClr val="14263F"/>
                </a:solidFill>
              </a:rPr>
              <a:t>Acceso al laboratorio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93EBF-5BA4-420B-B45D-151BAEDA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5191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22334B"/>
                </a:solidFill>
              </a:defRPr>
            </a:defPPr>
            <a:lvl1pPr>
              <a:defRPr sz="1350" b="0">
                <a:solidFill>
                  <a:srgbClr val="22334B"/>
                </a:solidFill>
              </a:defRPr>
            </a:lvl1pPr>
            <a:lvl2pPr>
              <a:defRPr sz="1350" b="0">
                <a:solidFill>
                  <a:srgbClr val="22334B"/>
                </a:solidFill>
              </a:defRPr>
            </a:lvl2pPr>
            <a:lvl3pPr>
              <a:defRPr sz="1350" b="0">
                <a:solidFill>
                  <a:srgbClr val="22334B"/>
                </a:solidFill>
              </a:defRPr>
            </a:lvl3pPr>
            <a:lvl4pPr>
              <a:defRPr sz="1350" b="0">
                <a:solidFill>
                  <a:srgbClr val="22334B"/>
                </a:solidFill>
              </a:defRPr>
            </a:lvl4pPr>
            <a:lvl5pPr>
              <a:defRPr sz="1350" b="0">
                <a:solidFill>
                  <a:srgbClr val="22334B"/>
                </a:solidFill>
              </a:defRPr>
            </a:lvl5pPr>
            <a:lvl6pPr>
              <a:defRPr sz="1350" b="0">
                <a:solidFill>
                  <a:srgbClr val="22334B"/>
                </a:solidFill>
              </a:defRPr>
            </a:lvl6pPr>
            <a:lvl7pPr>
              <a:defRPr sz="1350" b="0">
                <a:solidFill>
                  <a:srgbClr val="22334B"/>
                </a:solidFill>
              </a:defRPr>
            </a:lvl7pPr>
            <a:lvl8pPr>
              <a:defRPr sz="1350" b="0">
                <a:solidFill>
                  <a:srgbClr val="22334B"/>
                </a:solidFill>
              </a:defRPr>
            </a:lvl8pPr>
            <a:lvl9pPr>
              <a:defRPr sz="1350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334B"/>
                </a:solidFill>
              </a:defRPr>
            </a:pPr>
            <a:r>
              <a:rPr sz="1350" b="0">
                <a:solidFill>
                  <a:srgbClr val="22334B"/>
                </a:solidFill>
              </a:rPr>
              <a:t>URLs y credenciales de IdM, eDirectory, Active Directory y BD; permisos de lectura y alta controlada.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FE13C-D616-487D-8E07-A482E87E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4263F"/>
                </a:solidFill>
              </a:defRPr>
            </a:defPPr>
            <a:lvl1pPr>
              <a:defRPr sz="1650" b="1">
                <a:solidFill>
                  <a:srgbClr val="14263F"/>
                </a:solidFill>
              </a:defRPr>
            </a:lvl1pPr>
            <a:lvl2pPr>
              <a:defRPr sz="1650" b="1">
                <a:solidFill>
                  <a:srgbClr val="14263F"/>
                </a:solidFill>
              </a:defRPr>
            </a:lvl2pPr>
            <a:lvl3pPr>
              <a:defRPr sz="1650" b="1">
                <a:solidFill>
                  <a:srgbClr val="14263F"/>
                </a:solidFill>
              </a:defRPr>
            </a:lvl3pPr>
            <a:lvl4pPr>
              <a:defRPr sz="1650" b="1">
                <a:solidFill>
                  <a:srgbClr val="14263F"/>
                </a:solidFill>
              </a:defRPr>
            </a:lvl4pPr>
            <a:lvl5pPr>
              <a:defRPr sz="1650" b="1">
                <a:solidFill>
                  <a:srgbClr val="14263F"/>
                </a:solidFill>
              </a:defRPr>
            </a:lvl5pPr>
            <a:lvl6pPr>
              <a:defRPr sz="1650" b="1">
                <a:solidFill>
                  <a:srgbClr val="14263F"/>
                </a:solidFill>
              </a:defRPr>
            </a:lvl6pPr>
            <a:lvl7pPr>
              <a:defRPr sz="1650" b="1">
                <a:solidFill>
                  <a:srgbClr val="14263F"/>
                </a:solidFill>
              </a:defRPr>
            </a:lvl7pPr>
            <a:lvl8pPr>
              <a:defRPr sz="1650" b="1">
                <a:solidFill>
                  <a:srgbClr val="14263F"/>
                </a:solidFill>
              </a:defRPr>
            </a:lvl8pPr>
            <a:lvl9pPr>
              <a:defRPr sz="165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F"/>
                </a:solidFill>
              </a:defRPr>
            </a:pPr>
            <a:r>
              <a:rPr sz="1650" b="1">
                <a:solidFill>
                  <a:srgbClr val="14263F"/>
                </a:solidFill>
              </a:rPr>
              <a:t>Conectividad y datos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1098C-D249-4A9F-BFCC-DD90AB4D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5191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22334B"/>
                </a:solidFill>
              </a:defRPr>
            </a:defPPr>
            <a:lvl1pPr>
              <a:defRPr sz="1350" b="0">
                <a:solidFill>
                  <a:srgbClr val="22334B"/>
                </a:solidFill>
              </a:defRPr>
            </a:lvl1pPr>
            <a:lvl2pPr>
              <a:defRPr sz="1350" b="0">
                <a:solidFill>
                  <a:srgbClr val="22334B"/>
                </a:solidFill>
              </a:defRPr>
            </a:lvl2pPr>
            <a:lvl3pPr>
              <a:defRPr sz="1350" b="0">
                <a:solidFill>
                  <a:srgbClr val="22334B"/>
                </a:solidFill>
              </a:defRPr>
            </a:lvl3pPr>
            <a:lvl4pPr>
              <a:defRPr sz="1350" b="0">
                <a:solidFill>
                  <a:srgbClr val="22334B"/>
                </a:solidFill>
              </a:defRPr>
            </a:lvl4pPr>
            <a:lvl5pPr>
              <a:defRPr sz="1350" b="0">
                <a:solidFill>
                  <a:srgbClr val="22334B"/>
                </a:solidFill>
              </a:defRPr>
            </a:lvl5pPr>
            <a:lvl6pPr>
              <a:defRPr sz="1350" b="0">
                <a:solidFill>
                  <a:srgbClr val="22334B"/>
                </a:solidFill>
              </a:defRPr>
            </a:lvl6pPr>
            <a:lvl7pPr>
              <a:defRPr sz="1350" b="0">
                <a:solidFill>
                  <a:srgbClr val="22334B"/>
                </a:solidFill>
              </a:defRPr>
            </a:lvl7pPr>
            <a:lvl8pPr>
              <a:defRPr sz="1350" b="0">
                <a:solidFill>
                  <a:srgbClr val="22334B"/>
                </a:solidFill>
              </a:defRPr>
            </a:lvl8pPr>
            <a:lvl9pPr>
              <a:defRPr sz="1350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334B"/>
                </a:solidFill>
              </a:defRPr>
            </a:pPr>
            <a:r>
              <a:rPr sz="1350" b="0">
                <a:solidFill>
                  <a:srgbClr val="22334B"/>
                </a:solidFill>
              </a:rPr>
              <a:t>Certificados de confianza para TLS, driver JDBC si aplica, identidades de prueba y limpieza definida.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1EDCA-0E67-48DA-BD57-0F0983E8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2463A5"/>
                </a:solidFill>
              </a:defRPr>
            </a:defPPr>
            <a:lvl1pPr>
              <a:defRPr sz="1200" b="1">
                <a:solidFill>
                  <a:srgbClr val="2463A5"/>
                </a:solidFill>
              </a:defRPr>
            </a:lvl1pPr>
            <a:lvl2pPr>
              <a:defRPr sz="1200" b="1">
                <a:solidFill>
                  <a:srgbClr val="2463A5"/>
                </a:solidFill>
              </a:defRPr>
            </a:lvl2pPr>
            <a:lvl3pPr>
              <a:defRPr sz="1200" b="1">
                <a:solidFill>
                  <a:srgbClr val="2463A5"/>
                </a:solidFill>
              </a:defRPr>
            </a:lvl3pPr>
            <a:lvl4pPr>
              <a:defRPr sz="1200" b="1">
                <a:solidFill>
                  <a:srgbClr val="2463A5"/>
                </a:solidFill>
              </a:defRPr>
            </a:lvl4pPr>
            <a:lvl5pPr>
              <a:defRPr sz="1200" b="1">
                <a:solidFill>
                  <a:srgbClr val="2463A5"/>
                </a:solidFill>
              </a:defRPr>
            </a:lvl5pPr>
            <a:lvl6pPr>
              <a:defRPr sz="1200" b="1">
                <a:solidFill>
                  <a:srgbClr val="2463A5"/>
                </a:solidFill>
              </a:defRPr>
            </a:lvl6pPr>
            <a:lvl7pPr>
              <a:defRPr sz="1200" b="1">
                <a:solidFill>
                  <a:srgbClr val="2463A5"/>
                </a:solidFill>
              </a:defRPr>
            </a:lvl7pPr>
            <a:lvl8pPr>
              <a:defRPr sz="1200" b="1">
                <a:solidFill>
                  <a:srgbClr val="2463A5"/>
                </a:solidFill>
              </a:defRPr>
            </a:lvl8pPr>
            <a:lvl9pPr>
              <a:defRPr sz="120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463A5"/>
                </a:solidFill>
              </a:defRPr>
            </a:pPr>
            <a:r>
              <a:rPr sz="1200" b="1">
                <a:solidFill>
                  <a:srgbClr val="2463A5"/>
                </a:solidFill>
              </a:rPr>
              <a:t>LÍMITES ACTUALES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F7836B-6F41-49EC-BD13-ED606473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4263F"/>
                </a:solidFill>
              </a:defRPr>
            </a:defPPr>
            <a:lvl1pPr>
              <a:defRPr sz="1650" b="1">
                <a:solidFill>
                  <a:srgbClr val="14263F"/>
                </a:solidFill>
              </a:defRPr>
            </a:lvl1pPr>
            <a:lvl2pPr>
              <a:defRPr sz="1650" b="1">
                <a:solidFill>
                  <a:srgbClr val="14263F"/>
                </a:solidFill>
              </a:defRPr>
            </a:lvl2pPr>
            <a:lvl3pPr>
              <a:defRPr sz="1650" b="1">
                <a:solidFill>
                  <a:srgbClr val="14263F"/>
                </a:solidFill>
              </a:defRPr>
            </a:lvl3pPr>
            <a:lvl4pPr>
              <a:defRPr sz="1650" b="1">
                <a:solidFill>
                  <a:srgbClr val="14263F"/>
                </a:solidFill>
              </a:defRPr>
            </a:lvl4pPr>
            <a:lvl5pPr>
              <a:defRPr sz="1650" b="1">
                <a:solidFill>
                  <a:srgbClr val="14263F"/>
                </a:solidFill>
              </a:defRPr>
            </a:lvl5pPr>
            <a:lvl6pPr>
              <a:defRPr sz="1650" b="1">
                <a:solidFill>
                  <a:srgbClr val="14263F"/>
                </a:solidFill>
              </a:defRPr>
            </a:lvl6pPr>
            <a:lvl7pPr>
              <a:defRPr sz="1650" b="1">
                <a:solidFill>
                  <a:srgbClr val="14263F"/>
                </a:solidFill>
              </a:defRPr>
            </a:lvl7pPr>
            <a:lvl8pPr>
              <a:defRPr sz="1650" b="1">
                <a:solidFill>
                  <a:srgbClr val="14263F"/>
                </a:solidFill>
              </a:defRPr>
            </a:lvl8pPr>
            <a:lvl9pPr>
              <a:defRPr sz="165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F"/>
                </a:solidFill>
              </a:defRPr>
            </a:pPr>
            <a:r>
              <a:rPr sz="1650" b="1">
                <a:solidFill>
                  <a:srgbClr val="14263F"/>
                </a:solidFill>
              </a:rPr>
              <a:t>Validación real pendiente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F26FC-D4EE-4A6A-BB1F-BC81EA84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6700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22334B"/>
                </a:solidFill>
              </a:defRPr>
            </a:defPPr>
            <a:lvl1pPr>
              <a:defRPr sz="1350" b="0">
                <a:solidFill>
                  <a:srgbClr val="22334B"/>
                </a:solidFill>
              </a:defRPr>
            </a:lvl1pPr>
            <a:lvl2pPr>
              <a:defRPr sz="1350" b="0">
                <a:solidFill>
                  <a:srgbClr val="22334B"/>
                </a:solidFill>
              </a:defRPr>
            </a:lvl2pPr>
            <a:lvl3pPr>
              <a:defRPr sz="1350" b="0">
                <a:solidFill>
                  <a:srgbClr val="22334B"/>
                </a:solidFill>
              </a:defRPr>
            </a:lvl3pPr>
            <a:lvl4pPr>
              <a:defRPr sz="1350" b="0">
                <a:solidFill>
                  <a:srgbClr val="22334B"/>
                </a:solidFill>
              </a:defRPr>
            </a:lvl4pPr>
            <a:lvl5pPr>
              <a:defRPr sz="1350" b="0">
                <a:solidFill>
                  <a:srgbClr val="22334B"/>
                </a:solidFill>
              </a:defRPr>
            </a:lvl5pPr>
            <a:lvl6pPr>
              <a:defRPr sz="1350" b="0">
                <a:solidFill>
                  <a:srgbClr val="22334B"/>
                </a:solidFill>
              </a:defRPr>
            </a:lvl6pPr>
            <a:lvl7pPr>
              <a:defRPr sz="1350" b="0">
                <a:solidFill>
                  <a:srgbClr val="22334B"/>
                </a:solidFill>
              </a:defRPr>
            </a:lvl7pPr>
            <a:lvl8pPr>
              <a:defRPr sz="1350" b="0">
                <a:solidFill>
                  <a:srgbClr val="22334B"/>
                </a:solidFill>
              </a:defRPr>
            </a:lvl8pPr>
            <a:lvl9pPr>
              <a:defRPr sz="1350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334B"/>
                </a:solidFill>
              </a:defRPr>
            </a:pPr>
            <a:r>
              <a:rPr sz="1350" b="0">
                <a:solidFill>
                  <a:srgbClr val="22334B"/>
                </a:solidFill>
              </a:rPr>
              <a:t>La documentación no acredita todavía un flujo completo contra un IdM real.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F90FB0-C24F-4ABC-9F38-6D186C11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813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4263F"/>
                </a:solidFill>
              </a:defRPr>
            </a:defPPr>
            <a:lvl1pPr>
              <a:defRPr sz="1650" b="1">
                <a:solidFill>
                  <a:srgbClr val="14263F"/>
                </a:solidFill>
              </a:defRPr>
            </a:lvl1pPr>
            <a:lvl2pPr>
              <a:defRPr sz="1650" b="1">
                <a:solidFill>
                  <a:srgbClr val="14263F"/>
                </a:solidFill>
              </a:defRPr>
            </a:lvl2pPr>
            <a:lvl3pPr>
              <a:defRPr sz="1650" b="1">
                <a:solidFill>
                  <a:srgbClr val="14263F"/>
                </a:solidFill>
              </a:defRPr>
            </a:lvl3pPr>
            <a:lvl4pPr>
              <a:defRPr sz="1650" b="1">
                <a:solidFill>
                  <a:srgbClr val="14263F"/>
                </a:solidFill>
              </a:defRPr>
            </a:lvl4pPr>
            <a:lvl5pPr>
              <a:defRPr sz="1650" b="1">
                <a:solidFill>
                  <a:srgbClr val="14263F"/>
                </a:solidFill>
              </a:defRPr>
            </a:lvl5pPr>
            <a:lvl6pPr>
              <a:defRPr sz="1650" b="1">
                <a:solidFill>
                  <a:srgbClr val="14263F"/>
                </a:solidFill>
              </a:defRPr>
            </a:lvl6pPr>
            <a:lvl7pPr>
              <a:defRPr sz="1650" b="1">
                <a:solidFill>
                  <a:srgbClr val="14263F"/>
                </a:solidFill>
              </a:defRPr>
            </a:lvl7pPr>
            <a:lvl8pPr>
              <a:defRPr sz="1650" b="1">
                <a:solidFill>
                  <a:srgbClr val="14263F"/>
                </a:solidFill>
              </a:defRPr>
            </a:lvl8pPr>
            <a:lvl9pPr>
              <a:defRPr sz="165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F"/>
                </a:solidFill>
              </a:defRPr>
            </a:pPr>
            <a:r>
              <a:rPr sz="1650" b="1">
                <a:solidFill>
                  <a:srgbClr val="14263F"/>
                </a:solidFill>
              </a:rPr>
              <a:t>Active Directory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0DCD4-CA1E-48EE-92C0-B8357A79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22334B"/>
                </a:solidFill>
              </a:defRPr>
            </a:defPPr>
            <a:lvl1pPr>
              <a:defRPr sz="1350" b="0">
                <a:solidFill>
                  <a:srgbClr val="22334B"/>
                </a:solidFill>
              </a:defRPr>
            </a:lvl1pPr>
            <a:lvl2pPr>
              <a:defRPr sz="1350" b="0">
                <a:solidFill>
                  <a:srgbClr val="22334B"/>
                </a:solidFill>
              </a:defRPr>
            </a:lvl2pPr>
            <a:lvl3pPr>
              <a:defRPr sz="1350" b="0">
                <a:solidFill>
                  <a:srgbClr val="22334B"/>
                </a:solidFill>
              </a:defRPr>
            </a:lvl3pPr>
            <a:lvl4pPr>
              <a:defRPr sz="1350" b="0">
                <a:solidFill>
                  <a:srgbClr val="22334B"/>
                </a:solidFill>
              </a:defRPr>
            </a:lvl4pPr>
            <a:lvl5pPr>
              <a:defRPr sz="1350" b="0">
                <a:solidFill>
                  <a:srgbClr val="22334B"/>
                </a:solidFill>
              </a:defRPr>
            </a:lvl5pPr>
            <a:lvl6pPr>
              <a:defRPr sz="1350" b="0">
                <a:solidFill>
                  <a:srgbClr val="22334B"/>
                </a:solidFill>
              </a:defRPr>
            </a:lvl6pPr>
            <a:lvl7pPr>
              <a:defRPr sz="1350" b="0">
                <a:solidFill>
                  <a:srgbClr val="22334B"/>
                </a:solidFill>
              </a:defRPr>
            </a:lvl7pPr>
            <a:lvl8pPr>
              <a:defRPr sz="1350" b="0">
                <a:solidFill>
                  <a:srgbClr val="22334B"/>
                </a:solidFill>
              </a:defRPr>
            </a:lvl8pPr>
            <a:lvl9pPr>
              <a:defRPr sz="1350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334B"/>
                </a:solidFill>
              </a:defRPr>
            </a:pPr>
            <a:r>
              <a:rPr sz="1350" b="0">
                <a:solidFill>
                  <a:srgbClr val="22334B"/>
                </a:solidFill>
              </a:rPr>
              <a:t>LDAP permite verificar cuentas y grupos; contraseñas, estado de cuenta y atributos binarios requieren trabajo adicional.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49220-4335-49FE-BB0A-8EB9C19F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243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4263F"/>
                </a:solidFill>
              </a:defRPr>
            </a:defPPr>
            <a:lvl1pPr>
              <a:defRPr sz="1650" b="1">
                <a:solidFill>
                  <a:srgbClr val="14263F"/>
                </a:solidFill>
              </a:defRPr>
            </a:lvl1pPr>
            <a:lvl2pPr>
              <a:defRPr sz="1650" b="1">
                <a:solidFill>
                  <a:srgbClr val="14263F"/>
                </a:solidFill>
              </a:defRPr>
            </a:lvl2pPr>
            <a:lvl3pPr>
              <a:defRPr sz="1650" b="1">
                <a:solidFill>
                  <a:srgbClr val="14263F"/>
                </a:solidFill>
              </a:defRPr>
            </a:lvl3pPr>
            <a:lvl4pPr>
              <a:defRPr sz="1650" b="1">
                <a:solidFill>
                  <a:srgbClr val="14263F"/>
                </a:solidFill>
              </a:defRPr>
            </a:lvl4pPr>
            <a:lvl5pPr>
              <a:defRPr sz="1650" b="1">
                <a:solidFill>
                  <a:srgbClr val="14263F"/>
                </a:solidFill>
              </a:defRPr>
            </a:lvl5pPr>
            <a:lvl6pPr>
              <a:defRPr sz="1650" b="1">
                <a:solidFill>
                  <a:srgbClr val="14263F"/>
                </a:solidFill>
              </a:defRPr>
            </a:lvl6pPr>
            <a:lvl7pPr>
              <a:defRPr sz="1650" b="1">
                <a:solidFill>
                  <a:srgbClr val="14263F"/>
                </a:solidFill>
              </a:defRPr>
            </a:lvl7pPr>
            <a:lvl8pPr>
              <a:defRPr sz="1650" b="1">
                <a:solidFill>
                  <a:srgbClr val="14263F"/>
                </a:solidFill>
              </a:defRPr>
            </a:lvl8pPr>
            <a:lvl9pPr>
              <a:defRPr sz="165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F"/>
                </a:solidFill>
              </a:defRPr>
            </a:pPr>
            <a:r>
              <a:rPr sz="1650" b="1">
                <a:solidFill>
                  <a:srgbClr val="14263F"/>
                </a:solidFill>
              </a:rPr>
              <a:t>Capacidad del equipo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EA5706-A09B-492A-9394-D3D65BAA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8577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22334B"/>
                </a:solidFill>
              </a:defRPr>
            </a:defPPr>
            <a:lvl1pPr>
              <a:defRPr sz="1350" b="0">
                <a:solidFill>
                  <a:srgbClr val="22334B"/>
                </a:solidFill>
              </a:defRPr>
            </a:lvl1pPr>
            <a:lvl2pPr>
              <a:defRPr sz="1350" b="0">
                <a:solidFill>
                  <a:srgbClr val="22334B"/>
                </a:solidFill>
              </a:defRPr>
            </a:lvl2pPr>
            <a:lvl3pPr>
              <a:defRPr sz="1350" b="0">
                <a:solidFill>
                  <a:srgbClr val="22334B"/>
                </a:solidFill>
              </a:defRPr>
            </a:lvl3pPr>
            <a:lvl4pPr>
              <a:defRPr sz="1350" b="0">
                <a:solidFill>
                  <a:srgbClr val="22334B"/>
                </a:solidFill>
              </a:defRPr>
            </a:lvl4pPr>
            <a:lvl5pPr>
              <a:defRPr sz="1350" b="0">
                <a:solidFill>
                  <a:srgbClr val="22334B"/>
                </a:solidFill>
              </a:defRPr>
            </a:lvl5pPr>
            <a:lvl6pPr>
              <a:defRPr sz="1350" b="0">
                <a:solidFill>
                  <a:srgbClr val="22334B"/>
                </a:solidFill>
              </a:defRPr>
            </a:lvl6pPr>
            <a:lvl7pPr>
              <a:defRPr sz="1350" b="0">
                <a:solidFill>
                  <a:srgbClr val="22334B"/>
                </a:solidFill>
              </a:defRPr>
            </a:lvl7pPr>
            <a:lvl8pPr>
              <a:defRPr sz="1350" b="0">
                <a:solidFill>
                  <a:srgbClr val="22334B"/>
                </a:solidFill>
              </a:defRPr>
            </a:lvl8pPr>
            <a:lvl9pPr>
              <a:defRPr sz="1350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334B"/>
                </a:solidFill>
              </a:defRPr>
            </a:pPr>
            <a:r>
              <a:rPr sz="1350" b="0">
                <a:solidFill>
                  <a:srgbClr val="22334B"/>
                </a:solidFill>
              </a:rPr>
              <a:t>No hay mínimo de RAM publicado: medir memoria y tiempos durante el piloto. La interfaz es local para una persona.</a:t>
            </a:r>
          </a:p>
        </p:txBody>
      </p:sp>
    </p:spTree>
    <p:extLst>
      <p:ext uri="{BB962C8B-B14F-4D97-AF65-F5344CB8AC3E}">
        <p14:creationId xmlns:p14="http://schemas.microsoft.com/office/powerpoint/2010/main" val="3147499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41D756-7F68-4ADF-8C62-97AE625A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4263F"/>
                </a:solidFill>
              </a:defRPr>
            </a:defPPr>
            <a:lvl1pPr>
              <a:defRPr sz="2850" b="1">
                <a:solidFill>
                  <a:srgbClr val="14263F"/>
                </a:solidFill>
              </a:defRPr>
            </a:lvl1pPr>
            <a:lvl2pPr>
              <a:defRPr sz="2850" b="1">
                <a:solidFill>
                  <a:srgbClr val="14263F"/>
                </a:solidFill>
              </a:defRPr>
            </a:lvl2pPr>
            <a:lvl3pPr>
              <a:defRPr sz="2850" b="1">
                <a:solidFill>
                  <a:srgbClr val="14263F"/>
                </a:solidFill>
              </a:defRPr>
            </a:lvl3pPr>
            <a:lvl4pPr>
              <a:defRPr sz="2850" b="1">
                <a:solidFill>
                  <a:srgbClr val="14263F"/>
                </a:solidFill>
              </a:defRPr>
            </a:lvl4pPr>
            <a:lvl5pPr>
              <a:defRPr sz="2850" b="1">
                <a:solidFill>
                  <a:srgbClr val="14263F"/>
                </a:solidFill>
              </a:defRPr>
            </a:lvl5pPr>
            <a:lvl6pPr>
              <a:defRPr sz="2850" b="1">
                <a:solidFill>
                  <a:srgbClr val="14263F"/>
                </a:solidFill>
              </a:defRPr>
            </a:lvl6pPr>
            <a:lvl7pPr>
              <a:defRPr sz="2850" b="1">
                <a:solidFill>
                  <a:srgbClr val="14263F"/>
                </a:solidFill>
              </a:defRPr>
            </a:lvl7pPr>
            <a:lvl8pPr>
              <a:defRPr sz="2850" b="1">
                <a:solidFill>
                  <a:srgbClr val="14263F"/>
                </a:solidFill>
              </a:defRPr>
            </a:lvl8pPr>
            <a:lvl9pPr>
              <a:defRPr sz="285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63F"/>
                </a:solidFill>
              </a:defRPr>
            </a:pPr>
            <a:r>
              <a:rPr sz="2850" b="1">
                <a:solidFill>
                  <a:srgbClr val="14263F"/>
                </a:solidFill>
              </a:rPr>
              <a:t>Beneficios esperados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8268C-FE77-4B6C-BA09-9A6E7291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E6B7A"/>
                </a:solidFill>
              </a:defRPr>
            </a:defPPr>
            <a:lvl1pPr>
              <a:defRPr sz="1425" b="0">
                <a:solidFill>
                  <a:srgbClr val="5E6B7A"/>
                </a:solidFill>
              </a:defRPr>
            </a:lvl1pPr>
            <a:lvl2pPr>
              <a:defRPr sz="1425" b="0">
                <a:solidFill>
                  <a:srgbClr val="5E6B7A"/>
                </a:solidFill>
              </a:defRPr>
            </a:lvl2pPr>
            <a:lvl3pPr>
              <a:defRPr sz="1425" b="0">
                <a:solidFill>
                  <a:srgbClr val="5E6B7A"/>
                </a:solidFill>
              </a:defRPr>
            </a:lvl3pPr>
            <a:lvl4pPr>
              <a:defRPr sz="1425" b="0">
                <a:solidFill>
                  <a:srgbClr val="5E6B7A"/>
                </a:solidFill>
              </a:defRPr>
            </a:lvl4pPr>
            <a:lvl5pPr>
              <a:defRPr sz="1425" b="0">
                <a:solidFill>
                  <a:srgbClr val="5E6B7A"/>
                </a:solidFill>
              </a:defRPr>
            </a:lvl5pPr>
            <a:lvl6pPr>
              <a:defRPr sz="1425" b="0">
                <a:solidFill>
                  <a:srgbClr val="5E6B7A"/>
                </a:solidFill>
              </a:defRPr>
            </a:lvl6pPr>
            <a:lvl7pPr>
              <a:defRPr sz="1425" b="0">
                <a:solidFill>
                  <a:srgbClr val="5E6B7A"/>
                </a:solidFill>
              </a:defRPr>
            </a:lvl7pPr>
            <a:lvl8pPr>
              <a:defRPr sz="1425" b="0">
                <a:solidFill>
                  <a:srgbClr val="5E6B7A"/>
                </a:solidFill>
              </a:defRPr>
            </a:lvl8pPr>
            <a:lvl9pPr>
              <a:defRPr sz="1425" b="0">
                <a:solidFill>
                  <a:srgbClr val="5E6B7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Una misma prueba verifica cada cambio en IdM y su efecto en los sistemas destino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80229-0881-4D01-BB57-F3A95A3F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FB744-F187-4254-8953-BDE73CC0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5E6B7A"/>
                </a:solidFill>
              </a:defRPr>
            </a:defPPr>
            <a:lvl1pPr>
              <a:defRPr sz="975" b="0">
                <a:solidFill>
                  <a:srgbClr val="5E6B7A"/>
                </a:solidFill>
              </a:defRPr>
            </a:lvl1pPr>
            <a:lvl2pPr>
              <a:defRPr sz="975" b="0">
                <a:solidFill>
                  <a:srgbClr val="5E6B7A"/>
                </a:solidFill>
              </a:defRPr>
            </a:lvl2pPr>
            <a:lvl3pPr>
              <a:defRPr sz="975" b="0">
                <a:solidFill>
                  <a:srgbClr val="5E6B7A"/>
                </a:solidFill>
              </a:defRPr>
            </a:lvl3pPr>
            <a:lvl4pPr>
              <a:defRPr sz="975" b="0">
                <a:solidFill>
                  <a:srgbClr val="5E6B7A"/>
                </a:solidFill>
              </a:defRPr>
            </a:lvl4pPr>
            <a:lvl5pPr>
              <a:defRPr sz="975" b="0">
                <a:solidFill>
                  <a:srgbClr val="5E6B7A"/>
                </a:solidFill>
              </a:defRPr>
            </a:lvl5pPr>
            <a:lvl6pPr>
              <a:defRPr sz="975" b="0">
                <a:solidFill>
                  <a:srgbClr val="5E6B7A"/>
                </a:solidFill>
              </a:defRPr>
            </a:lvl6pPr>
            <a:lvl7pPr>
              <a:defRPr sz="975" b="0">
                <a:solidFill>
                  <a:srgbClr val="5E6B7A"/>
                </a:solidFill>
              </a:defRPr>
            </a:lvl7pPr>
            <a:lvl8pPr>
              <a:defRPr sz="975" b="0">
                <a:solidFill>
                  <a:srgbClr val="5E6B7A"/>
                </a:solidFill>
              </a:defRPr>
            </a:lvl8pPr>
            <a:lvl9pPr>
              <a:defRPr sz="975" b="0">
                <a:solidFill>
                  <a:srgbClr val="5E6B7A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E6B7A"/>
                </a:solidFill>
              </a:defRPr>
            </a:pPr>
            <a:r>
              <a:rPr sz="975" b="0">
                <a:solidFill>
                  <a:srgbClr val="5E6B7A"/>
                </a:solidFill>
              </a:rPr>
              <a:t>IdM Test Framework  ·  3/4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0DE1C-FE7B-4BA0-BB91-7C6B573A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2463A5"/>
                </a:solidFill>
              </a:defRPr>
            </a:defPPr>
            <a:lvl1pPr>
              <a:defRPr sz="1200" b="1">
                <a:solidFill>
                  <a:srgbClr val="2463A5"/>
                </a:solidFill>
              </a:defRPr>
            </a:lvl1pPr>
            <a:lvl2pPr>
              <a:defRPr sz="1200" b="1">
                <a:solidFill>
                  <a:srgbClr val="2463A5"/>
                </a:solidFill>
              </a:defRPr>
            </a:lvl2pPr>
            <a:lvl3pPr>
              <a:defRPr sz="1200" b="1">
                <a:solidFill>
                  <a:srgbClr val="2463A5"/>
                </a:solidFill>
              </a:defRPr>
            </a:lvl3pPr>
            <a:lvl4pPr>
              <a:defRPr sz="1200" b="1">
                <a:solidFill>
                  <a:srgbClr val="2463A5"/>
                </a:solidFill>
              </a:defRPr>
            </a:lvl4pPr>
            <a:lvl5pPr>
              <a:defRPr sz="1200" b="1">
                <a:solidFill>
                  <a:srgbClr val="2463A5"/>
                </a:solidFill>
              </a:defRPr>
            </a:lvl5pPr>
            <a:lvl6pPr>
              <a:defRPr sz="1200" b="1">
                <a:solidFill>
                  <a:srgbClr val="2463A5"/>
                </a:solidFill>
              </a:defRPr>
            </a:lvl6pPr>
            <a:lvl7pPr>
              <a:defRPr sz="1200" b="1">
                <a:solidFill>
                  <a:srgbClr val="2463A5"/>
                </a:solidFill>
              </a:defRPr>
            </a:lvl7pPr>
            <a:lvl8pPr>
              <a:defRPr sz="1200" b="1">
                <a:solidFill>
                  <a:srgbClr val="2463A5"/>
                </a:solidFill>
              </a:defRPr>
            </a:lvl8pPr>
            <a:lvl9pPr>
              <a:defRPr sz="120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463A5"/>
                </a:solidFill>
              </a:defRPr>
            </a:pPr>
            <a:r>
              <a:rPr sz="1200" b="1">
                <a:solidFill>
                  <a:srgbClr val="2463A5"/>
                </a:solidFill>
              </a:rPr>
              <a:t>PARA SERVICIOS PROFESIONALES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BC2E5-DE6B-423D-BF3E-6D75144B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4263F"/>
                </a:solidFill>
              </a:defRPr>
            </a:defPPr>
            <a:lvl1pPr>
              <a:defRPr sz="1650" b="1">
                <a:solidFill>
                  <a:srgbClr val="14263F"/>
                </a:solidFill>
              </a:defRPr>
            </a:lvl1pPr>
            <a:lvl2pPr>
              <a:defRPr sz="1650" b="1">
                <a:solidFill>
                  <a:srgbClr val="14263F"/>
                </a:solidFill>
              </a:defRPr>
            </a:lvl2pPr>
            <a:lvl3pPr>
              <a:defRPr sz="1650" b="1">
                <a:solidFill>
                  <a:srgbClr val="14263F"/>
                </a:solidFill>
              </a:defRPr>
            </a:lvl3pPr>
            <a:lvl4pPr>
              <a:defRPr sz="1650" b="1">
                <a:solidFill>
                  <a:srgbClr val="14263F"/>
                </a:solidFill>
              </a:defRPr>
            </a:lvl4pPr>
            <a:lvl5pPr>
              <a:defRPr sz="1650" b="1">
                <a:solidFill>
                  <a:srgbClr val="14263F"/>
                </a:solidFill>
              </a:defRPr>
            </a:lvl5pPr>
            <a:lvl6pPr>
              <a:defRPr sz="1650" b="1">
                <a:solidFill>
                  <a:srgbClr val="14263F"/>
                </a:solidFill>
              </a:defRPr>
            </a:lvl6pPr>
            <a:lvl7pPr>
              <a:defRPr sz="1650" b="1">
                <a:solidFill>
                  <a:srgbClr val="14263F"/>
                </a:solidFill>
              </a:defRPr>
            </a:lvl7pPr>
            <a:lvl8pPr>
              <a:defRPr sz="1650" b="1">
                <a:solidFill>
                  <a:srgbClr val="14263F"/>
                </a:solidFill>
              </a:defRPr>
            </a:lvl8pPr>
            <a:lvl9pPr>
              <a:defRPr sz="165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F"/>
                </a:solidFill>
              </a:defRPr>
            </a:pPr>
            <a:r>
              <a:rPr sz="1650" b="1">
                <a:solidFill>
                  <a:srgbClr val="14263F"/>
                </a:solidFill>
              </a:rPr>
              <a:t>01  Pruebas de regresión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592D3-F506-443D-9412-43906A10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504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22334B"/>
                </a:solidFill>
              </a:defRPr>
            </a:defPPr>
            <a:lvl1pPr>
              <a:defRPr sz="1350" b="0">
                <a:solidFill>
                  <a:srgbClr val="22334B"/>
                </a:solidFill>
              </a:defRPr>
            </a:lvl1pPr>
            <a:lvl2pPr>
              <a:defRPr sz="1350" b="0">
                <a:solidFill>
                  <a:srgbClr val="22334B"/>
                </a:solidFill>
              </a:defRPr>
            </a:lvl2pPr>
            <a:lvl3pPr>
              <a:defRPr sz="1350" b="0">
                <a:solidFill>
                  <a:srgbClr val="22334B"/>
                </a:solidFill>
              </a:defRPr>
            </a:lvl3pPr>
            <a:lvl4pPr>
              <a:defRPr sz="1350" b="0">
                <a:solidFill>
                  <a:srgbClr val="22334B"/>
                </a:solidFill>
              </a:defRPr>
            </a:lvl4pPr>
            <a:lvl5pPr>
              <a:defRPr sz="1350" b="0">
                <a:solidFill>
                  <a:srgbClr val="22334B"/>
                </a:solidFill>
              </a:defRPr>
            </a:lvl5pPr>
            <a:lvl6pPr>
              <a:defRPr sz="1350" b="0">
                <a:solidFill>
                  <a:srgbClr val="22334B"/>
                </a:solidFill>
              </a:defRPr>
            </a:lvl6pPr>
            <a:lvl7pPr>
              <a:defRPr sz="1350" b="0">
                <a:solidFill>
                  <a:srgbClr val="22334B"/>
                </a:solidFill>
              </a:defRPr>
            </a:lvl7pPr>
            <a:lvl8pPr>
              <a:defRPr sz="1350" b="0">
                <a:solidFill>
                  <a:srgbClr val="22334B"/>
                </a:solidFill>
              </a:defRPr>
            </a:lvl8pPr>
            <a:lvl9pPr>
              <a:defRPr sz="1350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334B"/>
                </a:solidFill>
              </a:defRPr>
            </a:pPr>
            <a:r>
              <a:rPr sz="1350" b="0">
                <a:solidFill>
                  <a:srgbClr val="22334B"/>
                </a:solidFill>
              </a:rPr>
              <a:t>Repetir el flujo después de cambios en drivers, reglas o versiones.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209E2-B35E-4D2C-A74E-42177CDA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4263F"/>
                </a:solidFill>
              </a:defRPr>
            </a:defPPr>
            <a:lvl1pPr>
              <a:defRPr sz="1650" b="1">
                <a:solidFill>
                  <a:srgbClr val="14263F"/>
                </a:solidFill>
              </a:defRPr>
            </a:lvl1pPr>
            <a:lvl2pPr>
              <a:defRPr sz="1650" b="1">
                <a:solidFill>
                  <a:srgbClr val="14263F"/>
                </a:solidFill>
              </a:defRPr>
            </a:lvl2pPr>
            <a:lvl3pPr>
              <a:defRPr sz="1650" b="1">
                <a:solidFill>
                  <a:srgbClr val="14263F"/>
                </a:solidFill>
              </a:defRPr>
            </a:lvl3pPr>
            <a:lvl4pPr>
              <a:defRPr sz="1650" b="1">
                <a:solidFill>
                  <a:srgbClr val="14263F"/>
                </a:solidFill>
              </a:defRPr>
            </a:lvl4pPr>
            <a:lvl5pPr>
              <a:defRPr sz="1650" b="1">
                <a:solidFill>
                  <a:srgbClr val="14263F"/>
                </a:solidFill>
              </a:defRPr>
            </a:lvl5pPr>
            <a:lvl6pPr>
              <a:defRPr sz="1650" b="1">
                <a:solidFill>
                  <a:srgbClr val="14263F"/>
                </a:solidFill>
              </a:defRPr>
            </a:lvl6pPr>
            <a:lvl7pPr>
              <a:defRPr sz="1650" b="1">
                <a:solidFill>
                  <a:srgbClr val="14263F"/>
                </a:solidFill>
              </a:defRPr>
            </a:lvl7pPr>
            <a:lvl8pPr>
              <a:defRPr sz="1650" b="1">
                <a:solidFill>
                  <a:srgbClr val="14263F"/>
                </a:solidFill>
              </a:defRPr>
            </a:lvl8pPr>
            <a:lvl9pPr>
              <a:defRPr sz="165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F"/>
                </a:solidFill>
              </a:defRPr>
            </a:pPr>
            <a:r>
              <a:rPr sz="1650" b="1">
                <a:solidFill>
                  <a:srgbClr val="14263F"/>
                </a:solidFill>
              </a:rPr>
              <a:t>02  Menos errores en producción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BB35A-BA47-41F2-9C83-220BC70F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04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22334B"/>
                </a:solidFill>
              </a:defRPr>
            </a:defPPr>
            <a:lvl1pPr>
              <a:defRPr sz="1350" b="0">
                <a:solidFill>
                  <a:srgbClr val="22334B"/>
                </a:solidFill>
              </a:defRPr>
            </a:lvl1pPr>
            <a:lvl2pPr>
              <a:defRPr sz="1350" b="0">
                <a:solidFill>
                  <a:srgbClr val="22334B"/>
                </a:solidFill>
              </a:defRPr>
            </a:lvl2pPr>
            <a:lvl3pPr>
              <a:defRPr sz="1350" b="0">
                <a:solidFill>
                  <a:srgbClr val="22334B"/>
                </a:solidFill>
              </a:defRPr>
            </a:lvl3pPr>
            <a:lvl4pPr>
              <a:defRPr sz="1350" b="0">
                <a:solidFill>
                  <a:srgbClr val="22334B"/>
                </a:solidFill>
              </a:defRPr>
            </a:lvl4pPr>
            <a:lvl5pPr>
              <a:defRPr sz="1350" b="0">
                <a:solidFill>
                  <a:srgbClr val="22334B"/>
                </a:solidFill>
              </a:defRPr>
            </a:lvl5pPr>
            <a:lvl6pPr>
              <a:defRPr sz="1350" b="0">
                <a:solidFill>
                  <a:srgbClr val="22334B"/>
                </a:solidFill>
              </a:defRPr>
            </a:lvl6pPr>
            <a:lvl7pPr>
              <a:defRPr sz="1350" b="0">
                <a:solidFill>
                  <a:srgbClr val="22334B"/>
                </a:solidFill>
              </a:defRPr>
            </a:lvl7pPr>
            <a:lvl8pPr>
              <a:defRPr sz="1350" b="0">
                <a:solidFill>
                  <a:srgbClr val="22334B"/>
                </a:solidFill>
              </a:defRPr>
            </a:lvl8pPr>
            <a:lvl9pPr>
              <a:defRPr sz="1350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334B"/>
                </a:solidFill>
              </a:defRPr>
            </a:pPr>
            <a:r>
              <a:rPr sz="1350" b="0">
                <a:solidFill>
                  <a:srgbClr val="22334B"/>
                </a:solidFill>
              </a:rPr>
              <a:t>Detectar fallas de aprovisionamiento antes de liberar cambios.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7C8AC-4A1C-4CAF-A691-B92E172F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4263F"/>
                </a:solidFill>
              </a:defRPr>
            </a:defPPr>
            <a:lvl1pPr>
              <a:defRPr sz="1650" b="1">
                <a:solidFill>
                  <a:srgbClr val="14263F"/>
                </a:solidFill>
              </a:defRPr>
            </a:lvl1pPr>
            <a:lvl2pPr>
              <a:defRPr sz="1650" b="1">
                <a:solidFill>
                  <a:srgbClr val="14263F"/>
                </a:solidFill>
              </a:defRPr>
            </a:lvl2pPr>
            <a:lvl3pPr>
              <a:defRPr sz="1650" b="1">
                <a:solidFill>
                  <a:srgbClr val="14263F"/>
                </a:solidFill>
              </a:defRPr>
            </a:lvl3pPr>
            <a:lvl4pPr>
              <a:defRPr sz="1650" b="1">
                <a:solidFill>
                  <a:srgbClr val="14263F"/>
                </a:solidFill>
              </a:defRPr>
            </a:lvl4pPr>
            <a:lvl5pPr>
              <a:defRPr sz="1650" b="1">
                <a:solidFill>
                  <a:srgbClr val="14263F"/>
                </a:solidFill>
              </a:defRPr>
            </a:lvl5pPr>
            <a:lvl6pPr>
              <a:defRPr sz="1650" b="1">
                <a:solidFill>
                  <a:srgbClr val="14263F"/>
                </a:solidFill>
              </a:defRPr>
            </a:lvl6pPr>
            <a:lvl7pPr>
              <a:defRPr sz="1650" b="1">
                <a:solidFill>
                  <a:srgbClr val="14263F"/>
                </a:solidFill>
              </a:defRPr>
            </a:lvl7pPr>
            <a:lvl8pPr>
              <a:defRPr sz="1650" b="1">
                <a:solidFill>
                  <a:srgbClr val="14263F"/>
                </a:solidFill>
              </a:defRPr>
            </a:lvl8pPr>
            <a:lvl9pPr>
              <a:defRPr sz="165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F"/>
                </a:solidFill>
              </a:defRPr>
            </a:pPr>
            <a:r>
              <a:rPr sz="1650" b="1">
                <a:solidFill>
                  <a:srgbClr val="14263F"/>
                </a:solidFill>
              </a:rPr>
              <a:t>03  Mayor cobertura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EDD6B-03F0-4904-BDDE-1AA73FDC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504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22334B"/>
                </a:solidFill>
              </a:defRPr>
            </a:defPPr>
            <a:lvl1pPr>
              <a:defRPr sz="1350" b="0">
                <a:solidFill>
                  <a:srgbClr val="22334B"/>
                </a:solidFill>
              </a:defRPr>
            </a:lvl1pPr>
            <a:lvl2pPr>
              <a:defRPr sz="1350" b="0">
                <a:solidFill>
                  <a:srgbClr val="22334B"/>
                </a:solidFill>
              </a:defRPr>
            </a:lvl2pPr>
            <a:lvl3pPr>
              <a:defRPr sz="1350" b="0">
                <a:solidFill>
                  <a:srgbClr val="22334B"/>
                </a:solidFill>
              </a:defRPr>
            </a:lvl3pPr>
            <a:lvl4pPr>
              <a:defRPr sz="1350" b="0">
                <a:solidFill>
                  <a:srgbClr val="22334B"/>
                </a:solidFill>
              </a:defRPr>
            </a:lvl4pPr>
            <a:lvl5pPr>
              <a:defRPr sz="1350" b="0">
                <a:solidFill>
                  <a:srgbClr val="22334B"/>
                </a:solidFill>
              </a:defRPr>
            </a:lvl5pPr>
            <a:lvl6pPr>
              <a:defRPr sz="1350" b="0">
                <a:solidFill>
                  <a:srgbClr val="22334B"/>
                </a:solidFill>
              </a:defRPr>
            </a:lvl6pPr>
            <a:lvl7pPr>
              <a:defRPr sz="1350" b="0">
                <a:solidFill>
                  <a:srgbClr val="22334B"/>
                </a:solidFill>
              </a:defRPr>
            </a:lvl7pPr>
            <a:lvl8pPr>
              <a:defRPr sz="1350" b="0">
                <a:solidFill>
                  <a:srgbClr val="22334B"/>
                </a:solidFill>
              </a:defRPr>
            </a:lvl8pPr>
            <a:lvl9pPr>
              <a:defRPr sz="1350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334B"/>
                </a:solidFill>
              </a:defRPr>
            </a:pPr>
            <a:r>
              <a:rPr sz="1350" b="0">
                <a:solidFill>
                  <a:srgbClr val="22334B"/>
                </a:solidFill>
              </a:rPr>
              <a:t>Comprobar identidad, accesos y estado final en BD y directorio.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10A9C-A770-423C-AB2D-A24CC8B4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4263F"/>
                </a:solidFill>
              </a:defRPr>
            </a:defPPr>
            <a:lvl1pPr>
              <a:defRPr sz="1650" b="1">
                <a:solidFill>
                  <a:srgbClr val="14263F"/>
                </a:solidFill>
              </a:defRPr>
            </a:lvl1pPr>
            <a:lvl2pPr>
              <a:defRPr sz="1650" b="1">
                <a:solidFill>
                  <a:srgbClr val="14263F"/>
                </a:solidFill>
              </a:defRPr>
            </a:lvl2pPr>
            <a:lvl3pPr>
              <a:defRPr sz="1650" b="1">
                <a:solidFill>
                  <a:srgbClr val="14263F"/>
                </a:solidFill>
              </a:defRPr>
            </a:lvl3pPr>
            <a:lvl4pPr>
              <a:defRPr sz="1650" b="1">
                <a:solidFill>
                  <a:srgbClr val="14263F"/>
                </a:solidFill>
              </a:defRPr>
            </a:lvl4pPr>
            <a:lvl5pPr>
              <a:defRPr sz="1650" b="1">
                <a:solidFill>
                  <a:srgbClr val="14263F"/>
                </a:solidFill>
              </a:defRPr>
            </a:lvl5pPr>
            <a:lvl6pPr>
              <a:defRPr sz="1650" b="1">
                <a:solidFill>
                  <a:srgbClr val="14263F"/>
                </a:solidFill>
              </a:defRPr>
            </a:lvl6pPr>
            <a:lvl7pPr>
              <a:defRPr sz="1650" b="1">
                <a:solidFill>
                  <a:srgbClr val="14263F"/>
                </a:solidFill>
              </a:defRPr>
            </a:lvl7pPr>
            <a:lvl8pPr>
              <a:defRPr sz="1650" b="1">
                <a:solidFill>
                  <a:srgbClr val="14263F"/>
                </a:solidFill>
              </a:defRPr>
            </a:lvl8pPr>
            <a:lvl9pPr>
              <a:defRPr sz="165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F"/>
                </a:solidFill>
              </a:defRPr>
            </a:pPr>
            <a:r>
              <a:rPr sz="1650" b="1">
                <a:solidFill>
                  <a:srgbClr val="14263F"/>
                </a:solidFill>
              </a:rPr>
              <a:t>04  Automatizar lo repetitivo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35D38-1B4A-4AFD-8931-9C117C32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22334B"/>
                </a:solidFill>
              </a:defRPr>
            </a:defPPr>
            <a:lvl1pPr>
              <a:defRPr sz="1350" b="0">
                <a:solidFill>
                  <a:srgbClr val="22334B"/>
                </a:solidFill>
              </a:defRPr>
            </a:lvl1pPr>
            <a:lvl2pPr>
              <a:defRPr sz="1350" b="0">
                <a:solidFill>
                  <a:srgbClr val="22334B"/>
                </a:solidFill>
              </a:defRPr>
            </a:lvl2pPr>
            <a:lvl3pPr>
              <a:defRPr sz="1350" b="0">
                <a:solidFill>
                  <a:srgbClr val="22334B"/>
                </a:solidFill>
              </a:defRPr>
            </a:lvl3pPr>
            <a:lvl4pPr>
              <a:defRPr sz="1350" b="0">
                <a:solidFill>
                  <a:srgbClr val="22334B"/>
                </a:solidFill>
              </a:defRPr>
            </a:lvl4pPr>
            <a:lvl5pPr>
              <a:defRPr sz="1350" b="0">
                <a:solidFill>
                  <a:srgbClr val="22334B"/>
                </a:solidFill>
              </a:defRPr>
            </a:lvl5pPr>
            <a:lvl6pPr>
              <a:defRPr sz="1350" b="0">
                <a:solidFill>
                  <a:srgbClr val="22334B"/>
                </a:solidFill>
              </a:defRPr>
            </a:lvl6pPr>
            <a:lvl7pPr>
              <a:defRPr sz="1350" b="0">
                <a:solidFill>
                  <a:srgbClr val="22334B"/>
                </a:solidFill>
              </a:defRPr>
            </a:lvl7pPr>
            <a:lvl8pPr>
              <a:defRPr sz="1350" b="0">
                <a:solidFill>
                  <a:srgbClr val="22334B"/>
                </a:solidFill>
              </a:defRPr>
            </a:lvl8pPr>
            <a:lvl9pPr>
              <a:defRPr sz="1350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334B"/>
                </a:solidFill>
              </a:defRPr>
            </a:pPr>
            <a:r>
              <a:rPr sz="1350" b="0">
                <a:solidFill>
                  <a:srgbClr val="22334B"/>
                </a:solidFill>
              </a:rPr>
              <a:t>Ejecutar los mismos controles sin rehacerlos manualmente.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2EFEF-F108-4D10-8BFF-9015275A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718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4263F"/>
                </a:solidFill>
              </a:defRPr>
            </a:defPPr>
            <a:lvl1pPr>
              <a:defRPr sz="1650" b="1">
                <a:solidFill>
                  <a:srgbClr val="14263F"/>
                </a:solidFill>
              </a:defRPr>
            </a:lvl1pPr>
            <a:lvl2pPr>
              <a:defRPr sz="1650" b="1">
                <a:solidFill>
                  <a:srgbClr val="14263F"/>
                </a:solidFill>
              </a:defRPr>
            </a:lvl2pPr>
            <a:lvl3pPr>
              <a:defRPr sz="1650" b="1">
                <a:solidFill>
                  <a:srgbClr val="14263F"/>
                </a:solidFill>
              </a:defRPr>
            </a:lvl3pPr>
            <a:lvl4pPr>
              <a:defRPr sz="1650" b="1">
                <a:solidFill>
                  <a:srgbClr val="14263F"/>
                </a:solidFill>
              </a:defRPr>
            </a:lvl4pPr>
            <a:lvl5pPr>
              <a:defRPr sz="1650" b="1">
                <a:solidFill>
                  <a:srgbClr val="14263F"/>
                </a:solidFill>
              </a:defRPr>
            </a:lvl5pPr>
            <a:lvl6pPr>
              <a:defRPr sz="1650" b="1">
                <a:solidFill>
                  <a:srgbClr val="14263F"/>
                </a:solidFill>
              </a:defRPr>
            </a:lvl6pPr>
            <a:lvl7pPr>
              <a:defRPr sz="1650" b="1">
                <a:solidFill>
                  <a:srgbClr val="14263F"/>
                </a:solidFill>
              </a:defRPr>
            </a:lvl7pPr>
            <a:lvl8pPr>
              <a:defRPr sz="1650" b="1">
                <a:solidFill>
                  <a:srgbClr val="14263F"/>
                </a:solidFill>
              </a:defRPr>
            </a:lvl8pPr>
            <a:lvl9pPr>
              <a:defRPr sz="165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F"/>
                </a:solidFill>
              </a:defRPr>
            </a:pPr>
            <a:r>
              <a:rPr sz="1650" b="1">
                <a:solidFill>
                  <a:srgbClr val="14263F"/>
                </a:solidFill>
              </a:rPr>
              <a:t>05  Ahorrar tiempo y recursos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D0A21-B8CA-4DEB-BA46-799F0912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22334B"/>
                </a:solidFill>
              </a:defRPr>
            </a:defPPr>
            <a:lvl1pPr>
              <a:defRPr sz="1350" b="0">
                <a:solidFill>
                  <a:srgbClr val="22334B"/>
                </a:solidFill>
              </a:defRPr>
            </a:lvl1pPr>
            <a:lvl2pPr>
              <a:defRPr sz="1350" b="0">
                <a:solidFill>
                  <a:srgbClr val="22334B"/>
                </a:solidFill>
              </a:defRPr>
            </a:lvl2pPr>
            <a:lvl3pPr>
              <a:defRPr sz="1350" b="0">
                <a:solidFill>
                  <a:srgbClr val="22334B"/>
                </a:solidFill>
              </a:defRPr>
            </a:lvl3pPr>
            <a:lvl4pPr>
              <a:defRPr sz="1350" b="0">
                <a:solidFill>
                  <a:srgbClr val="22334B"/>
                </a:solidFill>
              </a:defRPr>
            </a:lvl4pPr>
            <a:lvl5pPr>
              <a:defRPr sz="1350" b="0">
                <a:solidFill>
                  <a:srgbClr val="22334B"/>
                </a:solidFill>
              </a:defRPr>
            </a:lvl5pPr>
            <a:lvl6pPr>
              <a:defRPr sz="1350" b="0">
                <a:solidFill>
                  <a:srgbClr val="22334B"/>
                </a:solidFill>
              </a:defRPr>
            </a:lvl6pPr>
            <a:lvl7pPr>
              <a:defRPr sz="1350" b="0">
                <a:solidFill>
                  <a:srgbClr val="22334B"/>
                </a:solidFill>
              </a:defRPr>
            </a:lvl7pPr>
            <a:lvl8pPr>
              <a:defRPr sz="1350" b="0">
                <a:solidFill>
                  <a:srgbClr val="22334B"/>
                </a:solidFill>
              </a:defRPr>
            </a:lvl8pPr>
            <a:lvl9pPr>
              <a:defRPr sz="1350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334B"/>
                </a:solidFill>
              </a:defRPr>
            </a:pPr>
            <a:r>
              <a:rPr sz="1350" b="0">
                <a:solidFill>
                  <a:srgbClr val="22334B"/>
                </a:solidFill>
              </a:rPr>
              <a:t>Concentrar al consultor en el diagnóstico y la corrección.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69E8AD-2B58-4079-BF6D-76A171B0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5300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B786B"/>
                </a:solidFill>
              </a:defRPr>
            </a:defPPr>
            <a:lvl1pPr>
              <a:defRPr sz="1350" b="1">
                <a:solidFill>
                  <a:srgbClr val="1B786B"/>
                </a:solidFill>
              </a:defRPr>
            </a:lvl1pPr>
            <a:lvl2pPr>
              <a:defRPr sz="1350" b="1">
                <a:solidFill>
                  <a:srgbClr val="1B786B"/>
                </a:solidFill>
              </a:defRPr>
            </a:lvl2pPr>
            <a:lvl3pPr>
              <a:defRPr sz="1350" b="1">
                <a:solidFill>
                  <a:srgbClr val="1B786B"/>
                </a:solidFill>
              </a:defRPr>
            </a:lvl3pPr>
            <a:lvl4pPr>
              <a:defRPr sz="1350" b="1">
                <a:solidFill>
                  <a:srgbClr val="1B786B"/>
                </a:solidFill>
              </a:defRPr>
            </a:lvl4pPr>
            <a:lvl5pPr>
              <a:defRPr sz="1350" b="1">
                <a:solidFill>
                  <a:srgbClr val="1B786B"/>
                </a:solidFill>
              </a:defRPr>
            </a:lvl5pPr>
            <a:lvl6pPr>
              <a:defRPr sz="1350" b="1">
                <a:solidFill>
                  <a:srgbClr val="1B786B"/>
                </a:solidFill>
              </a:defRPr>
            </a:lvl6pPr>
            <a:lvl7pPr>
              <a:defRPr sz="1350" b="1">
                <a:solidFill>
                  <a:srgbClr val="1B786B"/>
                </a:solidFill>
              </a:defRPr>
            </a:lvl7pPr>
            <a:lvl8pPr>
              <a:defRPr sz="1350" b="1">
                <a:solidFill>
                  <a:srgbClr val="1B786B"/>
                </a:solidFill>
              </a:defRPr>
            </a:lvl8pPr>
            <a:lvl9pPr>
              <a:defRPr sz="1350" b="1">
                <a:solidFill>
                  <a:srgbClr val="1B786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B786B"/>
                </a:solidFill>
              </a:defRPr>
            </a:pPr>
            <a:r>
              <a:rPr sz="1350" b="1">
                <a:solidFill>
                  <a:srgbClr val="1B786B"/>
                </a:solidFill>
              </a:rPr>
              <a:t>El piloto medirá estos beneficios; aún no hay ahorro cuantificado.</a:t>
            </a:r>
          </a:p>
        </p:txBody>
      </p:sp>
    </p:spTree>
    <p:extLst>
      <p:ext uri="{BB962C8B-B14F-4D97-AF65-F5344CB8AC3E}">
        <p14:creationId xmlns:p14="http://schemas.microsoft.com/office/powerpoint/2010/main" val="6978129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4BD8BE-059A-4280-8784-706D8DA1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4263F"/>
                </a:solidFill>
              </a:defRPr>
            </a:defPPr>
            <a:lvl1pPr>
              <a:defRPr sz="2850" b="1">
                <a:solidFill>
                  <a:srgbClr val="14263F"/>
                </a:solidFill>
              </a:defRPr>
            </a:lvl1pPr>
            <a:lvl2pPr>
              <a:defRPr sz="2850" b="1">
                <a:solidFill>
                  <a:srgbClr val="14263F"/>
                </a:solidFill>
              </a:defRPr>
            </a:lvl2pPr>
            <a:lvl3pPr>
              <a:defRPr sz="2850" b="1">
                <a:solidFill>
                  <a:srgbClr val="14263F"/>
                </a:solidFill>
              </a:defRPr>
            </a:lvl3pPr>
            <a:lvl4pPr>
              <a:defRPr sz="2850" b="1">
                <a:solidFill>
                  <a:srgbClr val="14263F"/>
                </a:solidFill>
              </a:defRPr>
            </a:lvl4pPr>
            <a:lvl5pPr>
              <a:defRPr sz="2850" b="1">
                <a:solidFill>
                  <a:srgbClr val="14263F"/>
                </a:solidFill>
              </a:defRPr>
            </a:lvl5pPr>
            <a:lvl6pPr>
              <a:defRPr sz="2850" b="1">
                <a:solidFill>
                  <a:srgbClr val="14263F"/>
                </a:solidFill>
              </a:defRPr>
            </a:lvl6pPr>
            <a:lvl7pPr>
              <a:defRPr sz="2850" b="1">
                <a:solidFill>
                  <a:srgbClr val="14263F"/>
                </a:solidFill>
              </a:defRPr>
            </a:lvl7pPr>
            <a:lvl8pPr>
              <a:defRPr sz="2850" b="1">
                <a:solidFill>
                  <a:srgbClr val="14263F"/>
                </a:solidFill>
              </a:defRPr>
            </a:lvl8pPr>
            <a:lvl9pPr>
              <a:defRPr sz="285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63F"/>
                </a:solidFill>
              </a:defRPr>
            </a:pPr>
            <a:r>
              <a:rPr sz="2850" b="1">
                <a:solidFill>
                  <a:srgbClr val="14263F"/>
                </a:solidFill>
              </a:rPr>
              <a:t>Piloto propuesto: alta y accesos en IdM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7D570-6AD6-4E93-AD4B-A9B166EA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1075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E6B7A"/>
                </a:solidFill>
              </a:defRPr>
            </a:defPPr>
            <a:lvl1pPr>
              <a:defRPr sz="1425" b="0">
                <a:solidFill>
                  <a:srgbClr val="5E6B7A"/>
                </a:solidFill>
              </a:defRPr>
            </a:lvl1pPr>
            <a:lvl2pPr>
              <a:defRPr sz="1425" b="0">
                <a:solidFill>
                  <a:srgbClr val="5E6B7A"/>
                </a:solidFill>
              </a:defRPr>
            </a:lvl2pPr>
            <a:lvl3pPr>
              <a:defRPr sz="1425" b="0">
                <a:solidFill>
                  <a:srgbClr val="5E6B7A"/>
                </a:solidFill>
              </a:defRPr>
            </a:lvl3pPr>
            <a:lvl4pPr>
              <a:defRPr sz="1425" b="0">
                <a:solidFill>
                  <a:srgbClr val="5E6B7A"/>
                </a:solidFill>
              </a:defRPr>
            </a:lvl4pPr>
            <a:lvl5pPr>
              <a:defRPr sz="1425" b="0">
                <a:solidFill>
                  <a:srgbClr val="5E6B7A"/>
                </a:solidFill>
              </a:defRPr>
            </a:lvl5pPr>
            <a:lvl6pPr>
              <a:defRPr sz="1425" b="0">
                <a:solidFill>
                  <a:srgbClr val="5E6B7A"/>
                </a:solidFill>
              </a:defRPr>
            </a:lvl6pPr>
            <a:lvl7pPr>
              <a:defRPr sz="1425" b="0">
                <a:solidFill>
                  <a:srgbClr val="5E6B7A"/>
                </a:solidFill>
              </a:defRPr>
            </a:lvl7pPr>
            <a:lvl8pPr>
              <a:defRPr sz="1425" b="0">
                <a:solidFill>
                  <a:srgbClr val="5E6B7A"/>
                </a:solidFill>
              </a:defRPr>
            </a:lvl8pPr>
            <a:lvl9pPr>
              <a:defRPr sz="1425" b="0">
                <a:solidFill>
                  <a:srgbClr val="5E6B7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E6B7A"/>
                </a:solidFill>
              </a:defRPr>
            </a:pPr>
            <a:r>
              <a:rPr sz="1425" b="0">
                <a:solidFill>
                  <a:srgbClr val="5E6B7A"/>
                </a:solidFill>
              </a:rPr>
              <a:t>Un caso real para demostrar valor y decidir la siguiente inversión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60577-E077-4A58-A24B-2335B774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382A2-76F8-4847-8BE1-3EBB02BA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5E6B7A"/>
                </a:solidFill>
              </a:defRPr>
            </a:defPPr>
            <a:lvl1pPr>
              <a:defRPr sz="975" b="0">
                <a:solidFill>
                  <a:srgbClr val="5E6B7A"/>
                </a:solidFill>
              </a:defRPr>
            </a:lvl1pPr>
            <a:lvl2pPr>
              <a:defRPr sz="975" b="0">
                <a:solidFill>
                  <a:srgbClr val="5E6B7A"/>
                </a:solidFill>
              </a:defRPr>
            </a:lvl2pPr>
            <a:lvl3pPr>
              <a:defRPr sz="975" b="0">
                <a:solidFill>
                  <a:srgbClr val="5E6B7A"/>
                </a:solidFill>
              </a:defRPr>
            </a:lvl3pPr>
            <a:lvl4pPr>
              <a:defRPr sz="975" b="0">
                <a:solidFill>
                  <a:srgbClr val="5E6B7A"/>
                </a:solidFill>
              </a:defRPr>
            </a:lvl4pPr>
            <a:lvl5pPr>
              <a:defRPr sz="975" b="0">
                <a:solidFill>
                  <a:srgbClr val="5E6B7A"/>
                </a:solidFill>
              </a:defRPr>
            </a:lvl5pPr>
            <a:lvl6pPr>
              <a:defRPr sz="975" b="0">
                <a:solidFill>
                  <a:srgbClr val="5E6B7A"/>
                </a:solidFill>
              </a:defRPr>
            </a:lvl6pPr>
            <a:lvl7pPr>
              <a:defRPr sz="975" b="0">
                <a:solidFill>
                  <a:srgbClr val="5E6B7A"/>
                </a:solidFill>
              </a:defRPr>
            </a:lvl7pPr>
            <a:lvl8pPr>
              <a:defRPr sz="975" b="0">
                <a:solidFill>
                  <a:srgbClr val="5E6B7A"/>
                </a:solidFill>
              </a:defRPr>
            </a:lvl8pPr>
            <a:lvl9pPr>
              <a:defRPr sz="975" b="0">
                <a:solidFill>
                  <a:srgbClr val="5E6B7A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E6B7A"/>
                </a:solidFill>
              </a:defRPr>
            </a:pPr>
            <a:r>
              <a:rPr sz="975" b="0">
                <a:solidFill>
                  <a:srgbClr val="5E6B7A"/>
                </a:solidFill>
              </a:rPr>
              <a:t>IdM Test Framework  ·  4/4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D5912-7A21-46E5-9F55-63348C0D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4263F"/>
                </a:solidFill>
              </a:defRPr>
            </a:defPPr>
            <a:lvl1pPr>
              <a:defRPr sz="1725" b="1">
                <a:solidFill>
                  <a:srgbClr val="14263F"/>
                </a:solidFill>
              </a:defRPr>
            </a:lvl1pPr>
            <a:lvl2pPr>
              <a:defRPr sz="1725" b="1">
                <a:solidFill>
                  <a:srgbClr val="14263F"/>
                </a:solidFill>
              </a:defRPr>
            </a:lvl2pPr>
            <a:lvl3pPr>
              <a:defRPr sz="1725" b="1">
                <a:solidFill>
                  <a:srgbClr val="14263F"/>
                </a:solidFill>
              </a:defRPr>
            </a:lvl3pPr>
            <a:lvl4pPr>
              <a:defRPr sz="1725" b="1">
                <a:solidFill>
                  <a:srgbClr val="14263F"/>
                </a:solidFill>
              </a:defRPr>
            </a:lvl4pPr>
            <a:lvl5pPr>
              <a:defRPr sz="1725" b="1">
                <a:solidFill>
                  <a:srgbClr val="14263F"/>
                </a:solidFill>
              </a:defRPr>
            </a:lvl5pPr>
            <a:lvl6pPr>
              <a:defRPr sz="1725" b="1">
                <a:solidFill>
                  <a:srgbClr val="14263F"/>
                </a:solidFill>
              </a:defRPr>
            </a:lvl6pPr>
            <a:lvl7pPr>
              <a:defRPr sz="1725" b="1">
                <a:solidFill>
                  <a:srgbClr val="14263F"/>
                </a:solidFill>
              </a:defRPr>
            </a:lvl7pPr>
            <a:lvl8pPr>
              <a:defRPr sz="1725" b="1">
                <a:solidFill>
                  <a:srgbClr val="14263F"/>
                </a:solidFill>
              </a:defRPr>
            </a:lvl8pPr>
            <a:lvl9pPr>
              <a:defRPr sz="1725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263F"/>
                </a:solidFill>
              </a:defRPr>
            </a:pPr>
            <a:r>
              <a:rPr sz="1725" b="1">
                <a:solidFill>
                  <a:srgbClr val="14263F"/>
                </a:solidFill>
              </a:rPr>
              <a:t>1  Crear identidad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5442B-CA96-4CE6-A2D0-3F0EE94C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425E5-93BB-458E-9176-7E4039A5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9925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22334B"/>
                </a:solidFill>
              </a:defRPr>
            </a:defPPr>
            <a:lvl1pPr>
              <a:defRPr sz="1500" b="0">
                <a:solidFill>
                  <a:srgbClr val="22334B"/>
                </a:solidFill>
              </a:defRPr>
            </a:lvl1pPr>
            <a:lvl2pPr>
              <a:defRPr sz="1500" b="0">
                <a:solidFill>
                  <a:srgbClr val="22334B"/>
                </a:solidFill>
              </a:defRPr>
            </a:lvl2pPr>
            <a:lvl3pPr>
              <a:defRPr sz="1500" b="0">
                <a:solidFill>
                  <a:srgbClr val="22334B"/>
                </a:solidFill>
              </a:defRPr>
            </a:lvl3pPr>
            <a:lvl4pPr>
              <a:defRPr sz="1500" b="0">
                <a:solidFill>
                  <a:srgbClr val="22334B"/>
                </a:solidFill>
              </a:defRPr>
            </a:lvl4pPr>
            <a:lvl5pPr>
              <a:defRPr sz="1500" b="0">
                <a:solidFill>
                  <a:srgbClr val="22334B"/>
                </a:solidFill>
              </a:defRPr>
            </a:lvl5pPr>
            <a:lvl6pPr>
              <a:defRPr sz="1500" b="0">
                <a:solidFill>
                  <a:srgbClr val="22334B"/>
                </a:solidFill>
              </a:defRPr>
            </a:lvl6pPr>
            <a:lvl7pPr>
              <a:defRPr sz="1500" b="0">
                <a:solidFill>
                  <a:srgbClr val="22334B"/>
                </a:solidFill>
              </a:defRPr>
            </a:lvl7pPr>
            <a:lvl8pPr>
              <a:defRPr sz="1500" b="0">
                <a:solidFill>
                  <a:srgbClr val="22334B"/>
                </a:solidFill>
              </a:defRPr>
            </a:lvl8pPr>
            <a:lvl9pPr>
              <a:defRPr sz="1500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334B"/>
                </a:solidFill>
              </a:defRPr>
            </a:pPr>
            <a:r>
              <a:rPr sz="1500" b="0">
                <a:solidFill>
                  <a:srgbClr val="22334B"/>
                </a:solidFill>
              </a:rPr>
              <a:t>Dar de alta una identidad de prueba en la bóveda eDirectory de IdM.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2601F-D7E5-4F34-88CC-F4E2EDF4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479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4263F"/>
                </a:solidFill>
              </a:defRPr>
            </a:defPPr>
            <a:lvl1pPr>
              <a:defRPr sz="1725" b="1">
                <a:solidFill>
                  <a:srgbClr val="14263F"/>
                </a:solidFill>
              </a:defRPr>
            </a:lvl1pPr>
            <a:lvl2pPr>
              <a:defRPr sz="1725" b="1">
                <a:solidFill>
                  <a:srgbClr val="14263F"/>
                </a:solidFill>
              </a:defRPr>
            </a:lvl2pPr>
            <a:lvl3pPr>
              <a:defRPr sz="1725" b="1">
                <a:solidFill>
                  <a:srgbClr val="14263F"/>
                </a:solidFill>
              </a:defRPr>
            </a:lvl3pPr>
            <a:lvl4pPr>
              <a:defRPr sz="1725" b="1">
                <a:solidFill>
                  <a:srgbClr val="14263F"/>
                </a:solidFill>
              </a:defRPr>
            </a:lvl4pPr>
            <a:lvl5pPr>
              <a:defRPr sz="1725" b="1">
                <a:solidFill>
                  <a:srgbClr val="14263F"/>
                </a:solidFill>
              </a:defRPr>
            </a:lvl5pPr>
            <a:lvl6pPr>
              <a:defRPr sz="1725" b="1">
                <a:solidFill>
                  <a:srgbClr val="14263F"/>
                </a:solidFill>
              </a:defRPr>
            </a:lvl6pPr>
            <a:lvl7pPr>
              <a:defRPr sz="1725" b="1">
                <a:solidFill>
                  <a:srgbClr val="14263F"/>
                </a:solidFill>
              </a:defRPr>
            </a:lvl7pPr>
            <a:lvl8pPr>
              <a:defRPr sz="1725" b="1">
                <a:solidFill>
                  <a:srgbClr val="14263F"/>
                </a:solidFill>
              </a:defRPr>
            </a:lvl8pPr>
            <a:lvl9pPr>
              <a:defRPr sz="1725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263F"/>
                </a:solidFill>
              </a:defRPr>
            </a:pPr>
            <a:r>
              <a:rPr sz="1725" b="1">
                <a:solidFill>
                  <a:srgbClr val="14263F"/>
                </a:solidFill>
              </a:rPr>
              <a:t>2  Asignar accesos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9C3A3-2E30-4FFB-A10C-62089EA2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2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4BF3F-E443-4548-9B5F-9DB23287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09925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22334B"/>
                </a:solidFill>
              </a:defRPr>
            </a:defPPr>
            <a:lvl1pPr>
              <a:defRPr sz="1500" b="0">
                <a:solidFill>
                  <a:srgbClr val="22334B"/>
                </a:solidFill>
              </a:defRPr>
            </a:lvl1pPr>
            <a:lvl2pPr>
              <a:defRPr sz="1500" b="0">
                <a:solidFill>
                  <a:srgbClr val="22334B"/>
                </a:solidFill>
              </a:defRPr>
            </a:lvl2pPr>
            <a:lvl3pPr>
              <a:defRPr sz="1500" b="0">
                <a:solidFill>
                  <a:srgbClr val="22334B"/>
                </a:solidFill>
              </a:defRPr>
            </a:lvl3pPr>
            <a:lvl4pPr>
              <a:defRPr sz="1500" b="0">
                <a:solidFill>
                  <a:srgbClr val="22334B"/>
                </a:solidFill>
              </a:defRPr>
            </a:lvl4pPr>
            <a:lvl5pPr>
              <a:defRPr sz="1500" b="0">
                <a:solidFill>
                  <a:srgbClr val="22334B"/>
                </a:solidFill>
              </a:defRPr>
            </a:lvl5pPr>
            <a:lvl6pPr>
              <a:defRPr sz="1500" b="0">
                <a:solidFill>
                  <a:srgbClr val="22334B"/>
                </a:solidFill>
              </a:defRPr>
            </a:lvl6pPr>
            <a:lvl7pPr>
              <a:defRPr sz="1500" b="0">
                <a:solidFill>
                  <a:srgbClr val="22334B"/>
                </a:solidFill>
              </a:defRPr>
            </a:lvl7pPr>
            <a:lvl8pPr>
              <a:defRPr sz="1500" b="0">
                <a:solidFill>
                  <a:srgbClr val="22334B"/>
                </a:solidFill>
              </a:defRPr>
            </a:lvl8pPr>
            <a:lvl9pPr>
              <a:defRPr sz="1500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334B"/>
                </a:solidFill>
              </a:defRPr>
            </a:pPr>
            <a:r>
              <a:rPr sz="1500" b="0">
                <a:solidFill>
                  <a:srgbClr val="22334B"/>
                </a:solidFill>
              </a:rPr>
              <a:t>Conceder roles o recursos mediante los servicios de IdM.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EC168-99B7-47C6-9265-BAD05645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4263F"/>
                </a:solidFill>
              </a:defRPr>
            </a:defPPr>
            <a:lvl1pPr>
              <a:defRPr sz="1725" b="1">
                <a:solidFill>
                  <a:srgbClr val="14263F"/>
                </a:solidFill>
              </a:defRPr>
            </a:lvl1pPr>
            <a:lvl2pPr>
              <a:defRPr sz="1725" b="1">
                <a:solidFill>
                  <a:srgbClr val="14263F"/>
                </a:solidFill>
              </a:defRPr>
            </a:lvl2pPr>
            <a:lvl3pPr>
              <a:defRPr sz="1725" b="1">
                <a:solidFill>
                  <a:srgbClr val="14263F"/>
                </a:solidFill>
              </a:defRPr>
            </a:lvl3pPr>
            <a:lvl4pPr>
              <a:defRPr sz="1725" b="1">
                <a:solidFill>
                  <a:srgbClr val="14263F"/>
                </a:solidFill>
              </a:defRPr>
            </a:lvl4pPr>
            <a:lvl5pPr>
              <a:defRPr sz="1725" b="1">
                <a:solidFill>
                  <a:srgbClr val="14263F"/>
                </a:solidFill>
              </a:defRPr>
            </a:lvl5pPr>
            <a:lvl6pPr>
              <a:defRPr sz="1725" b="1">
                <a:solidFill>
                  <a:srgbClr val="14263F"/>
                </a:solidFill>
              </a:defRPr>
            </a:lvl6pPr>
            <a:lvl7pPr>
              <a:defRPr sz="1725" b="1">
                <a:solidFill>
                  <a:srgbClr val="14263F"/>
                </a:solidFill>
              </a:defRPr>
            </a:lvl7pPr>
            <a:lvl8pPr>
              <a:defRPr sz="1725" b="1">
                <a:solidFill>
                  <a:srgbClr val="14263F"/>
                </a:solidFill>
              </a:defRPr>
            </a:lvl8pPr>
            <a:lvl9pPr>
              <a:defRPr sz="1725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263F"/>
                </a:solidFill>
              </a:defRPr>
            </a:pPr>
            <a:r>
              <a:rPr sz="1725" b="1">
                <a:solidFill>
                  <a:srgbClr val="14263F"/>
                </a:solidFill>
              </a:rPr>
              <a:t>3  Validar en BD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7330E8-232B-4E3A-B800-5A4E8577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B0151-60EF-4A80-A9EE-C05F5D64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22334B"/>
                </a:solidFill>
              </a:defRPr>
            </a:defPPr>
            <a:lvl1pPr>
              <a:defRPr sz="1500" b="0">
                <a:solidFill>
                  <a:srgbClr val="22334B"/>
                </a:solidFill>
              </a:defRPr>
            </a:lvl1pPr>
            <a:lvl2pPr>
              <a:defRPr sz="1500" b="0">
                <a:solidFill>
                  <a:srgbClr val="22334B"/>
                </a:solidFill>
              </a:defRPr>
            </a:lvl2pPr>
            <a:lvl3pPr>
              <a:defRPr sz="1500" b="0">
                <a:solidFill>
                  <a:srgbClr val="22334B"/>
                </a:solidFill>
              </a:defRPr>
            </a:lvl3pPr>
            <a:lvl4pPr>
              <a:defRPr sz="1500" b="0">
                <a:solidFill>
                  <a:srgbClr val="22334B"/>
                </a:solidFill>
              </a:defRPr>
            </a:lvl4pPr>
            <a:lvl5pPr>
              <a:defRPr sz="1500" b="0">
                <a:solidFill>
                  <a:srgbClr val="22334B"/>
                </a:solidFill>
              </a:defRPr>
            </a:lvl5pPr>
            <a:lvl6pPr>
              <a:defRPr sz="1500" b="0">
                <a:solidFill>
                  <a:srgbClr val="22334B"/>
                </a:solidFill>
              </a:defRPr>
            </a:lvl6pPr>
            <a:lvl7pPr>
              <a:defRPr sz="1500" b="0">
                <a:solidFill>
                  <a:srgbClr val="22334B"/>
                </a:solidFill>
              </a:defRPr>
            </a:lvl7pPr>
            <a:lvl8pPr>
              <a:defRPr sz="1500" b="0">
                <a:solidFill>
                  <a:srgbClr val="22334B"/>
                </a:solidFill>
              </a:defRPr>
            </a:lvl8pPr>
            <a:lvl9pPr>
              <a:defRPr sz="1500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334B"/>
                </a:solidFill>
              </a:defRPr>
            </a:pPr>
            <a:r>
              <a:rPr sz="1500" b="0">
                <a:solidFill>
                  <a:srgbClr val="22334B"/>
                </a:solidFill>
              </a:rPr>
              <a:t>Comprobar usuario y permisos con consultas SQL y espera.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8A844-8E63-4A59-ADB3-0075C10E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479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4263F"/>
                </a:solidFill>
              </a:defRPr>
            </a:defPPr>
            <a:lvl1pPr>
              <a:defRPr sz="1725" b="1">
                <a:solidFill>
                  <a:srgbClr val="14263F"/>
                </a:solidFill>
              </a:defRPr>
            </a:lvl1pPr>
            <a:lvl2pPr>
              <a:defRPr sz="1725" b="1">
                <a:solidFill>
                  <a:srgbClr val="14263F"/>
                </a:solidFill>
              </a:defRPr>
            </a:lvl2pPr>
            <a:lvl3pPr>
              <a:defRPr sz="1725" b="1">
                <a:solidFill>
                  <a:srgbClr val="14263F"/>
                </a:solidFill>
              </a:defRPr>
            </a:lvl3pPr>
            <a:lvl4pPr>
              <a:defRPr sz="1725" b="1">
                <a:solidFill>
                  <a:srgbClr val="14263F"/>
                </a:solidFill>
              </a:defRPr>
            </a:lvl4pPr>
            <a:lvl5pPr>
              <a:defRPr sz="1725" b="1">
                <a:solidFill>
                  <a:srgbClr val="14263F"/>
                </a:solidFill>
              </a:defRPr>
            </a:lvl5pPr>
            <a:lvl6pPr>
              <a:defRPr sz="1725" b="1">
                <a:solidFill>
                  <a:srgbClr val="14263F"/>
                </a:solidFill>
              </a:defRPr>
            </a:lvl6pPr>
            <a:lvl7pPr>
              <a:defRPr sz="1725" b="1">
                <a:solidFill>
                  <a:srgbClr val="14263F"/>
                </a:solidFill>
              </a:defRPr>
            </a:lvl7pPr>
            <a:lvl8pPr>
              <a:defRPr sz="1725" b="1">
                <a:solidFill>
                  <a:srgbClr val="14263F"/>
                </a:solidFill>
              </a:defRPr>
            </a:lvl8pPr>
            <a:lvl9pPr>
              <a:defRPr sz="1725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263F"/>
                </a:solidFill>
              </a:defRPr>
            </a:pPr>
            <a:r>
              <a:rPr sz="1725" b="1">
                <a:solidFill>
                  <a:srgbClr val="14263F"/>
                </a:solidFill>
              </a:rPr>
              <a:t>4  Validar en 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74DF08-B8B0-40E1-8D76-EAC58421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52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183DF6-9788-43BC-A06D-193F2C25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09925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22334B"/>
                </a:solidFill>
              </a:defRPr>
            </a:defPPr>
            <a:lvl1pPr>
              <a:defRPr sz="1500" b="0">
                <a:solidFill>
                  <a:srgbClr val="22334B"/>
                </a:solidFill>
              </a:defRPr>
            </a:lvl1pPr>
            <a:lvl2pPr>
              <a:defRPr sz="1500" b="0">
                <a:solidFill>
                  <a:srgbClr val="22334B"/>
                </a:solidFill>
              </a:defRPr>
            </a:lvl2pPr>
            <a:lvl3pPr>
              <a:defRPr sz="1500" b="0">
                <a:solidFill>
                  <a:srgbClr val="22334B"/>
                </a:solidFill>
              </a:defRPr>
            </a:lvl3pPr>
            <a:lvl4pPr>
              <a:defRPr sz="1500" b="0">
                <a:solidFill>
                  <a:srgbClr val="22334B"/>
                </a:solidFill>
              </a:defRPr>
            </a:lvl4pPr>
            <a:lvl5pPr>
              <a:defRPr sz="1500" b="0">
                <a:solidFill>
                  <a:srgbClr val="22334B"/>
                </a:solidFill>
              </a:defRPr>
            </a:lvl5pPr>
            <a:lvl6pPr>
              <a:defRPr sz="1500" b="0">
                <a:solidFill>
                  <a:srgbClr val="22334B"/>
                </a:solidFill>
              </a:defRPr>
            </a:lvl6pPr>
            <a:lvl7pPr>
              <a:defRPr sz="1500" b="0">
                <a:solidFill>
                  <a:srgbClr val="22334B"/>
                </a:solidFill>
              </a:defRPr>
            </a:lvl7pPr>
            <a:lvl8pPr>
              <a:defRPr sz="1500" b="0">
                <a:solidFill>
                  <a:srgbClr val="22334B"/>
                </a:solidFill>
              </a:defRPr>
            </a:lvl8pPr>
            <a:lvl9pPr>
              <a:defRPr sz="1500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334B"/>
                </a:solidFill>
              </a:defRPr>
            </a:pPr>
            <a:r>
              <a:rPr sz="1500" b="0">
                <a:solidFill>
                  <a:srgbClr val="22334B"/>
                </a:solidFill>
              </a:rPr>
              <a:t>Comprobar cuenta y grupos por LDAP con espera.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173D0A-9FD7-4175-AD4E-F1A09980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73E640-8C62-43F2-AC4A-053C97C3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2463A5"/>
                </a:solidFill>
              </a:defRPr>
            </a:defPPr>
            <a:lvl1pPr>
              <a:defRPr sz="1575" b="1">
                <a:solidFill>
                  <a:srgbClr val="2463A5"/>
                </a:solidFill>
              </a:defRPr>
            </a:lvl1pPr>
            <a:lvl2pPr>
              <a:defRPr sz="1575" b="1">
                <a:solidFill>
                  <a:srgbClr val="2463A5"/>
                </a:solidFill>
              </a:defRPr>
            </a:lvl2pPr>
            <a:lvl3pPr>
              <a:defRPr sz="1575" b="1">
                <a:solidFill>
                  <a:srgbClr val="2463A5"/>
                </a:solidFill>
              </a:defRPr>
            </a:lvl3pPr>
            <a:lvl4pPr>
              <a:defRPr sz="1575" b="1">
                <a:solidFill>
                  <a:srgbClr val="2463A5"/>
                </a:solidFill>
              </a:defRPr>
            </a:lvl4pPr>
            <a:lvl5pPr>
              <a:defRPr sz="1575" b="1">
                <a:solidFill>
                  <a:srgbClr val="2463A5"/>
                </a:solidFill>
              </a:defRPr>
            </a:lvl5pPr>
            <a:lvl6pPr>
              <a:defRPr sz="1575" b="1">
                <a:solidFill>
                  <a:srgbClr val="2463A5"/>
                </a:solidFill>
              </a:defRPr>
            </a:lvl6pPr>
            <a:lvl7pPr>
              <a:defRPr sz="1575" b="1">
                <a:solidFill>
                  <a:srgbClr val="2463A5"/>
                </a:solidFill>
              </a:defRPr>
            </a:lvl7pPr>
            <a:lvl8pPr>
              <a:defRPr sz="1575" b="1">
                <a:solidFill>
                  <a:srgbClr val="2463A5"/>
                </a:solidFill>
              </a:defRPr>
            </a:lvl8pPr>
            <a:lvl9pPr>
              <a:defRPr sz="1575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63A5"/>
                </a:solidFill>
              </a:defRPr>
            </a:pPr>
            <a:r>
              <a:rPr sz="1575" b="1">
                <a:solidFill>
                  <a:srgbClr val="2463A5"/>
                </a:solidFill>
              </a:rPr>
              <a:t>Criterio de éxito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F9889-1596-4AD4-ABDD-03CE45B4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8239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14263F"/>
                </a:solidFill>
              </a:defRPr>
            </a:defPPr>
            <a:lvl1pPr>
              <a:defRPr sz="1575" b="1">
                <a:solidFill>
                  <a:srgbClr val="14263F"/>
                </a:solidFill>
              </a:defRPr>
            </a:lvl1pPr>
            <a:lvl2pPr>
              <a:defRPr sz="1575" b="1">
                <a:solidFill>
                  <a:srgbClr val="14263F"/>
                </a:solidFill>
              </a:defRPr>
            </a:lvl2pPr>
            <a:lvl3pPr>
              <a:defRPr sz="1575" b="1">
                <a:solidFill>
                  <a:srgbClr val="14263F"/>
                </a:solidFill>
              </a:defRPr>
            </a:lvl3pPr>
            <a:lvl4pPr>
              <a:defRPr sz="1575" b="1">
                <a:solidFill>
                  <a:srgbClr val="14263F"/>
                </a:solidFill>
              </a:defRPr>
            </a:lvl4pPr>
            <a:lvl5pPr>
              <a:defRPr sz="1575" b="1">
                <a:solidFill>
                  <a:srgbClr val="14263F"/>
                </a:solidFill>
              </a:defRPr>
            </a:lvl5pPr>
            <a:lvl6pPr>
              <a:defRPr sz="1575" b="1">
                <a:solidFill>
                  <a:srgbClr val="14263F"/>
                </a:solidFill>
              </a:defRPr>
            </a:lvl6pPr>
            <a:lvl7pPr>
              <a:defRPr sz="1575" b="1">
                <a:solidFill>
                  <a:srgbClr val="14263F"/>
                </a:solidFill>
              </a:defRPr>
            </a:lvl7pPr>
            <a:lvl8pPr>
              <a:defRPr sz="1575" b="1">
                <a:solidFill>
                  <a:srgbClr val="14263F"/>
                </a:solidFill>
              </a:defRPr>
            </a:lvl8pPr>
            <a:lvl9pPr>
              <a:defRPr sz="1575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4263F"/>
                </a:solidFill>
              </a:defRPr>
            </a:pPr>
            <a:r>
              <a:rPr sz="1575" b="1">
                <a:solidFill>
                  <a:srgbClr val="14263F"/>
                </a:solidFill>
              </a:rPr>
              <a:t>Una ejecución repetible, con evidencia por paso y limpieza de los datos de prueba.</a:t>
            </a:r>
          </a:p>
        </p:txBody>
      </p:sp>
    </p:spTree>
    <p:extLst>
      <p:ext uri="{BB962C8B-B14F-4D97-AF65-F5344CB8AC3E}">
        <p14:creationId xmlns:p14="http://schemas.microsoft.com/office/powerpoint/2010/main" val="17508422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2026-10-28T02:20:50.0110000Z</dcterms:created>
  <dcterms:modified xsi:type="dcterms:W3CDTF">2026-10-28T02:20:50.0110000Z</dcterms:modified>
</coreProperties>
</file>