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e67fb317554ea4" /><Relationship Type="http://schemas.openxmlformats.org/officeDocument/2006/relationships/extended-properties" Target="/docProps/app.xml" Id="R8edee718de7349e1" /><Relationship Type="http://schemas.openxmlformats.org/officeDocument/2006/relationships/officeDocument" Target="/ppt/presentation.xml" Id="R349176a6454143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2ec6e78e844054"/>
  </p:sldMasterIdLst>
  <p:notesMasterIdLst>
    <p:notesMasterId xmlns:r="http://schemas.openxmlformats.org/officeDocument/2006/relationships" r:id="Rd4954171a64f464e"/>
  </p:notesMasterIdLst>
  <p:sldIdLst>
    <p:sldId xmlns:r="http://schemas.openxmlformats.org/officeDocument/2006/relationships" id="256" r:id="R7d6c43f7b6c44810"/>
    <p:sldId xmlns:r="http://schemas.openxmlformats.org/officeDocument/2006/relationships" id="257" r:id="R6bd88eae0603467d"/>
    <p:sldId xmlns:r="http://schemas.openxmlformats.org/officeDocument/2006/relationships" id="258" r:id="R6cbdecba70d4442b"/>
    <p:sldId xmlns:r="http://schemas.openxmlformats.org/officeDocument/2006/relationships" id="259" r:id="R4d9240909007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19b9551914ef6" /><Relationship Type="http://schemas.openxmlformats.org/officeDocument/2006/relationships/slideMaster" Target="/ppt/slideMasters/slideMaster1.xml" Id="Re42ec6e78e844054" /><Relationship Type="http://schemas.openxmlformats.org/officeDocument/2006/relationships/notesMaster" Target="/ppt/notesMasters/notesMaster1.xml" Id="Rd4954171a64f464e" /><Relationship Type="http://schemas.openxmlformats.org/officeDocument/2006/relationships/presProps" Target="/ppt/presProps.xml" Id="R687ccace62de4c70" /><Relationship Type="http://schemas.openxmlformats.org/officeDocument/2006/relationships/tableStyles" Target="/ppt/tableStyles.xml" Id="Rc7b63f87d02a402d" /><Relationship Type="http://schemas.openxmlformats.org/officeDocument/2006/relationships/slide" Target="/ppt/slides/slide1.xml" Id="R7d6c43f7b6c44810" /><Relationship Type="http://schemas.openxmlformats.org/officeDocument/2006/relationships/slide" Target="/ppt/slides/slide2.xml" Id="R6bd88eae0603467d" /><Relationship Type="http://schemas.openxmlformats.org/officeDocument/2006/relationships/slide" Target="/ppt/slides/slide3.xml" Id="R6cbdecba70d4442b" /><Relationship Type="http://schemas.openxmlformats.org/officeDocument/2006/relationships/slide" Target="/ppt/slides/slide4.xml" Id="R4d9240909007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4d6690438b43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36568b95cd4eeb" /><Relationship Type="http://schemas.openxmlformats.org/officeDocument/2006/relationships/notesMaster" Target="/ppt/notesMasters/notesMaster1.xml" Id="R17ebda6edfab43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b7b786106a4ce5" /><Relationship Type="http://schemas.openxmlformats.org/officeDocument/2006/relationships/notesMaster" Target="/ppt/notesMasters/notesMaster1.xml" Id="Re58ed6c7b59347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fe4f3879b24e92" /><Relationship Type="http://schemas.openxmlformats.org/officeDocument/2006/relationships/notesMaster" Target="/ppt/notesMasters/notesMaster1.xml" Id="R6e168093b85b42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61fc58c01a42ef" /><Relationship Type="http://schemas.openxmlformats.org/officeDocument/2006/relationships/notesMaster" Target="/ppt/notesMasters/notesMaster1.xml" Id="R76afbb77ef8d46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README.md; docs/architecture/capabilities.md. Apertura sugerida: explicar que una solicitud exitosa en IdM no basta; se comprueba el estado observado en cada destino.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README.md; docs/guides/runner.md; docs/architecture/capabilities.md. El ZIP incluye Java 25; Maven se usa para construir. La memoria no tiene una cifra mínima publicada, por eso se expresa como dimensionamiento operativo. La interfaz de trabajo opera localmente para una persona.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Beneficios planteados por el usuario y vinculados a las capacidades del README.md. No se muestran cifras de ahorro o reducción de errores porque no se proporcionó una medición.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idm-test-scenarios/src/test/resources/scenarios-real/provisioning-user-to-idm-1.yaml y provisioning-user-to-idm-2.yaml; docs/architecture/capabilities.md. Los escenarios locales muestran alta en eDirectory, concesión de roles o recursos y validaciones en BD o AD. Para la sesión ejecutiva, enfocar la conversación en la secuencia y la decisión de avanzar.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50d12c0fd40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34e7a8a30043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2dd5d47a443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6020eafb34d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47e9b006284f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0c24627084f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E1DB09-E1C7-419D-9AE5-62E371737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FECEAA-652A-46C3-97EA-1CB3B53C62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8768CE-3EE4-4ED9-8251-A03905802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EAD95F-8779-4A36-9E84-D0A29D6926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8E0CBD-7A91-43B7-9505-E60DD009A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E84C5B-9069-4DC4-87DA-730DCD85F7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A489E-FD49-42A1-976A-85A0AAC77D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E9B47D-452F-40A9-BD5E-AFF4A1AF29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68FC97-1442-46E5-A4BA-22D91EA554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C43EC5-3B87-493C-A538-E002AF5D2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9506d6c064a42" /><Relationship Type="http://schemas.openxmlformats.org/officeDocument/2006/relationships/slideLayout" Target="/ppt/slideLayouts/slideLayout1.xml" Id="Rd3392973539d4855" /><Relationship Type="http://schemas.openxmlformats.org/officeDocument/2006/relationships/slideLayout" Target="/ppt/slideLayouts/slideLayout2.xml" Id="R261ad265357f469c" /><Relationship Type="http://schemas.openxmlformats.org/officeDocument/2006/relationships/slideLayout" Target="/ppt/slideLayouts/slideLayout3.xml" Id="R6e9d670e2237433c" /><Relationship Type="http://schemas.openxmlformats.org/officeDocument/2006/relationships/slideLayout" Target="/ppt/slideLayouts/slideLayout4.xml" Id="R9c94f9a041324dde" /><Relationship Type="http://schemas.openxmlformats.org/officeDocument/2006/relationships/slideLayout" Target="/ppt/slideLayouts/slideLayout5.xml" Id="Rd50e6cbe97a64950" /><Relationship Type="http://schemas.openxmlformats.org/officeDocument/2006/relationships/slideLayout" Target="/ppt/slideLayouts/slideLayout6.xml" Id="Racf98c3e15174e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92973539d4855"/>
    <p:sldLayoutId xmlns:r="http://schemas.openxmlformats.org/officeDocument/2006/relationships" id="2147483650" r:id="R261ad265357f469c"/>
    <p:sldLayoutId xmlns:r="http://schemas.openxmlformats.org/officeDocument/2006/relationships" id="2147483651" r:id="R6e9d670e2237433c"/>
    <p:sldLayoutId xmlns:r="http://schemas.openxmlformats.org/officeDocument/2006/relationships" id="2147483652" r:id="R9c94f9a041324dde"/>
    <p:sldLayoutId xmlns:r="http://schemas.openxmlformats.org/officeDocument/2006/relationships" id="2147483653" r:id="Rd50e6cbe97a64950"/>
    <p:sldLayoutId xmlns:r="http://schemas.openxmlformats.org/officeDocument/2006/relationships" id="2147483654" r:id="Racf98c3e15174e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8eacdcd8b42e4" /><Relationship Type="http://schemas.openxmlformats.org/officeDocument/2006/relationships/notesSlide" Target="/ppt/notesSlides/notesSlide1.xml" Id="R10b3f3977362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62c8e2b7e4ed6" /><Relationship Type="http://schemas.openxmlformats.org/officeDocument/2006/relationships/notesSlide" Target="/ppt/notesSlides/notesSlide2.xml" Id="Rca5efffe4c064a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41619077a4d31" /><Relationship Type="http://schemas.openxmlformats.org/officeDocument/2006/relationships/notesSlide" Target="/ppt/notesSlides/notesSlide3.xml" Id="R535559c191ce4f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75afa260c4c2b" /><Relationship Type="http://schemas.openxmlformats.org/officeDocument/2006/relationships/notesSlide" Target="/ppt/notesSlides/notesSlide4.xml" Id="R2df858242c994e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A70CD-E793-4D2B-8905-5FB7470C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Automatizar la validación de IdM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0FDCD-F233-46A9-A932-77ABB4E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Una propuesta para Servicios Profesionales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2A16D-AACF-4FD4-A14B-F56E5C4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5DF0A-E5A8-41BF-A926-26A401B2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617080"/>
                </a:solidFill>
              </a:defRPr>
            </a:defPPr>
            <a:lvl1pPr>
              <a:defRPr sz="975" b="0">
                <a:solidFill>
                  <a:srgbClr val="617080"/>
                </a:solidFill>
              </a:defRPr>
            </a:lvl1pPr>
            <a:lvl2pPr>
              <a:defRPr sz="975" b="0">
                <a:solidFill>
                  <a:srgbClr val="617080"/>
                </a:solidFill>
              </a:defRPr>
            </a:lvl2pPr>
            <a:lvl3pPr>
              <a:defRPr sz="975" b="0">
                <a:solidFill>
                  <a:srgbClr val="617080"/>
                </a:solidFill>
              </a:defRPr>
            </a:lvl3pPr>
            <a:lvl4pPr>
              <a:defRPr sz="975" b="0">
                <a:solidFill>
                  <a:srgbClr val="617080"/>
                </a:solidFill>
              </a:defRPr>
            </a:lvl4pPr>
            <a:lvl5pPr>
              <a:defRPr sz="975" b="0">
                <a:solidFill>
                  <a:srgbClr val="617080"/>
                </a:solidFill>
              </a:defRPr>
            </a:lvl5pPr>
            <a:lvl6pPr>
              <a:defRPr sz="975" b="0">
                <a:solidFill>
                  <a:srgbClr val="617080"/>
                </a:solidFill>
              </a:defRPr>
            </a:lvl6pPr>
            <a:lvl7pPr>
              <a:defRPr sz="975" b="0">
                <a:solidFill>
                  <a:srgbClr val="617080"/>
                </a:solidFill>
              </a:defRPr>
            </a:lvl7pPr>
            <a:lvl8pPr>
              <a:defRPr sz="975" b="0">
                <a:solidFill>
                  <a:srgbClr val="617080"/>
                </a:solidFill>
              </a:defRPr>
            </a:lvl8pPr>
            <a:lvl9pPr>
              <a:defRPr sz="97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17080"/>
                </a:solidFill>
              </a:defRPr>
            </a:pPr>
            <a:r>
              <a:rPr sz="975" b="0">
                <a:solidFill>
                  <a:srgbClr val="617080"/>
                </a:solidFill>
              </a:rPr>
              <a:t>IdM Test Framework  ·  1/4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043A6-93CC-420F-B9B8-24DF88A2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334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4263F"/>
                </a:solidFill>
              </a:defRPr>
            </a:defPPr>
            <a:lvl1pPr>
              <a:defRPr sz="2700" b="1">
                <a:solidFill>
                  <a:srgbClr val="14263F"/>
                </a:solidFill>
              </a:defRPr>
            </a:lvl1pPr>
            <a:lvl2pPr>
              <a:defRPr sz="2700" b="1">
                <a:solidFill>
                  <a:srgbClr val="14263F"/>
                </a:solidFill>
              </a:defRPr>
            </a:lvl2pPr>
            <a:lvl3pPr>
              <a:defRPr sz="2700" b="1">
                <a:solidFill>
                  <a:srgbClr val="14263F"/>
                </a:solidFill>
              </a:defRPr>
            </a:lvl3pPr>
            <a:lvl4pPr>
              <a:defRPr sz="2700" b="1">
                <a:solidFill>
                  <a:srgbClr val="14263F"/>
                </a:solidFill>
              </a:defRPr>
            </a:lvl4pPr>
            <a:lvl5pPr>
              <a:defRPr sz="2700" b="1">
                <a:solidFill>
                  <a:srgbClr val="14263F"/>
                </a:solidFill>
              </a:defRPr>
            </a:lvl5pPr>
            <a:lvl6pPr>
              <a:defRPr sz="2700" b="1">
                <a:solidFill>
                  <a:srgbClr val="14263F"/>
                </a:solidFill>
              </a:defRPr>
            </a:lvl6pPr>
            <a:lvl7pPr>
              <a:defRPr sz="2700" b="1">
                <a:solidFill>
                  <a:srgbClr val="14263F"/>
                </a:solidFill>
              </a:defRPr>
            </a:lvl7pPr>
            <a:lvl8pPr>
              <a:defRPr sz="2700" b="1">
                <a:solidFill>
                  <a:srgbClr val="14263F"/>
                </a:solidFill>
              </a:defRPr>
            </a:lvl8pPr>
            <a:lvl9pPr>
              <a:defRPr sz="27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63F"/>
                </a:solidFill>
              </a:defRPr>
            </a:pPr>
            <a:r>
              <a:rPr sz="2700" b="1">
                <a:solidFill>
                  <a:srgbClr val="14263F"/>
                </a:solidFill>
              </a:rPr>
              <a:t>Un solo flujo comprueba la identidad, los accesos y el resultado en los sistemas destino.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E6C7F-CD30-4C36-AFC1-E91369B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DBCF-67F2-4BA6-8AD7-66021053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463A5"/>
                </a:solidFill>
              </a:defRPr>
            </a:defPPr>
            <a:lvl1pPr>
              <a:defRPr sz="1650" b="1">
                <a:solidFill>
                  <a:srgbClr val="2463A5"/>
                </a:solidFill>
              </a:defRPr>
            </a:lvl1pPr>
            <a:lvl2pPr>
              <a:defRPr sz="1650" b="1">
                <a:solidFill>
                  <a:srgbClr val="2463A5"/>
                </a:solidFill>
              </a:defRPr>
            </a:lvl2pPr>
            <a:lvl3pPr>
              <a:defRPr sz="1650" b="1">
                <a:solidFill>
                  <a:srgbClr val="2463A5"/>
                </a:solidFill>
              </a:defRPr>
            </a:lvl3pPr>
            <a:lvl4pPr>
              <a:defRPr sz="1650" b="1">
                <a:solidFill>
                  <a:srgbClr val="2463A5"/>
                </a:solidFill>
              </a:defRPr>
            </a:lvl4pPr>
            <a:lvl5pPr>
              <a:defRPr sz="1650" b="1">
                <a:solidFill>
                  <a:srgbClr val="2463A5"/>
                </a:solidFill>
              </a:defRPr>
            </a:lvl5pPr>
            <a:lvl6pPr>
              <a:defRPr sz="1650" b="1">
                <a:solidFill>
                  <a:srgbClr val="2463A5"/>
                </a:solidFill>
              </a:defRPr>
            </a:lvl6pPr>
            <a:lvl7pPr>
              <a:defRPr sz="1650" b="1">
                <a:solidFill>
                  <a:srgbClr val="2463A5"/>
                </a:solidFill>
              </a:defRPr>
            </a:lvl7pPr>
            <a:lvl8pPr>
              <a:defRPr sz="1650" b="1">
                <a:solidFill>
                  <a:srgbClr val="2463A5"/>
                </a:solidFill>
              </a:defRPr>
            </a:lvl8pPr>
            <a:lvl9pPr>
              <a:defRPr sz="16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63A5"/>
                </a:solidFill>
              </a:defRPr>
            </a:pPr>
            <a:r>
              <a:rPr sz="1650" b="1">
                <a:solidFill>
                  <a:srgbClr val="2463A5"/>
                </a:solidFill>
              </a:rPr>
              <a:t>Escenarios reutilizables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EEB0E-E47F-4371-B01B-FA4A66A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005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463A5"/>
                </a:solidFill>
              </a:defRPr>
            </a:defPPr>
            <a:lvl1pPr>
              <a:defRPr sz="1650" b="1">
                <a:solidFill>
                  <a:srgbClr val="2463A5"/>
                </a:solidFill>
              </a:defRPr>
            </a:lvl1pPr>
            <a:lvl2pPr>
              <a:defRPr sz="1650" b="1">
                <a:solidFill>
                  <a:srgbClr val="2463A5"/>
                </a:solidFill>
              </a:defRPr>
            </a:lvl2pPr>
            <a:lvl3pPr>
              <a:defRPr sz="1650" b="1">
                <a:solidFill>
                  <a:srgbClr val="2463A5"/>
                </a:solidFill>
              </a:defRPr>
            </a:lvl3pPr>
            <a:lvl4pPr>
              <a:defRPr sz="1650" b="1">
                <a:solidFill>
                  <a:srgbClr val="2463A5"/>
                </a:solidFill>
              </a:defRPr>
            </a:lvl4pPr>
            <a:lvl5pPr>
              <a:defRPr sz="1650" b="1">
                <a:solidFill>
                  <a:srgbClr val="2463A5"/>
                </a:solidFill>
              </a:defRPr>
            </a:lvl5pPr>
            <a:lvl6pPr>
              <a:defRPr sz="1650" b="1">
                <a:solidFill>
                  <a:srgbClr val="2463A5"/>
                </a:solidFill>
              </a:defRPr>
            </a:lvl6pPr>
            <a:lvl7pPr>
              <a:defRPr sz="1650" b="1">
                <a:solidFill>
                  <a:srgbClr val="2463A5"/>
                </a:solidFill>
              </a:defRPr>
            </a:lvl7pPr>
            <a:lvl8pPr>
              <a:defRPr sz="1650" b="1">
                <a:solidFill>
                  <a:srgbClr val="2463A5"/>
                </a:solidFill>
              </a:defRPr>
            </a:lvl8pPr>
            <a:lvl9pPr>
              <a:defRPr sz="16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63A5"/>
                </a:solidFill>
              </a:defRPr>
            </a:pPr>
            <a:r>
              <a:rPr sz="1650" b="1">
                <a:solidFill>
                  <a:srgbClr val="2463A5"/>
                </a:solidFill>
              </a:rPr>
              <a:t>Menos revisión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20B34-BC09-4D6B-A682-93A10550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463A5"/>
                </a:solidFill>
              </a:defRPr>
            </a:defPPr>
            <a:lvl1pPr>
              <a:defRPr sz="1650" b="1">
                <a:solidFill>
                  <a:srgbClr val="2463A5"/>
                </a:solidFill>
              </a:defRPr>
            </a:lvl1pPr>
            <a:lvl2pPr>
              <a:defRPr sz="1650" b="1">
                <a:solidFill>
                  <a:srgbClr val="2463A5"/>
                </a:solidFill>
              </a:defRPr>
            </a:lvl2pPr>
            <a:lvl3pPr>
              <a:defRPr sz="1650" b="1">
                <a:solidFill>
                  <a:srgbClr val="2463A5"/>
                </a:solidFill>
              </a:defRPr>
            </a:lvl3pPr>
            <a:lvl4pPr>
              <a:defRPr sz="1650" b="1">
                <a:solidFill>
                  <a:srgbClr val="2463A5"/>
                </a:solidFill>
              </a:defRPr>
            </a:lvl4pPr>
            <a:lvl5pPr>
              <a:defRPr sz="1650" b="1">
                <a:solidFill>
                  <a:srgbClr val="2463A5"/>
                </a:solidFill>
              </a:defRPr>
            </a:lvl5pPr>
            <a:lvl6pPr>
              <a:defRPr sz="1650" b="1">
                <a:solidFill>
                  <a:srgbClr val="2463A5"/>
                </a:solidFill>
              </a:defRPr>
            </a:lvl6pPr>
            <a:lvl7pPr>
              <a:defRPr sz="1650" b="1">
                <a:solidFill>
                  <a:srgbClr val="2463A5"/>
                </a:solidFill>
              </a:defRPr>
            </a:lvl7pPr>
            <a:lvl8pPr>
              <a:defRPr sz="1650" b="1">
                <a:solidFill>
                  <a:srgbClr val="2463A5"/>
                </a:solidFill>
              </a:defRPr>
            </a:lvl8pPr>
            <a:lvl9pPr>
              <a:defRPr sz="1650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63A5"/>
                </a:solidFill>
              </a:defRPr>
            </a:pPr>
            <a:r>
              <a:rPr sz="1650" b="1">
                <a:solidFill>
                  <a:srgbClr val="2463A5"/>
                </a:solidFill>
              </a:rPr>
              <a:t>Evidencia por ejecución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41283-E14A-4069-9C20-70FFB58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YAML o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DD2FE-5FD4-415E-9D8F-452DBFC2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9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Validaciones con espera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8451C-CA27-4B2F-9B8E-FE10D528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22334B"/>
                </a:solidFill>
              </a:defRPr>
            </a:defPPr>
            <a:lvl1pPr>
              <a:defRPr sz="1500" b="0">
                <a:solidFill>
                  <a:srgbClr val="22334B"/>
                </a:solidFill>
              </a:defRPr>
            </a:lvl1pPr>
            <a:lvl2pPr>
              <a:defRPr sz="1500" b="0">
                <a:solidFill>
                  <a:srgbClr val="22334B"/>
                </a:solidFill>
              </a:defRPr>
            </a:lvl2pPr>
            <a:lvl3pPr>
              <a:defRPr sz="1500" b="0">
                <a:solidFill>
                  <a:srgbClr val="22334B"/>
                </a:solidFill>
              </a:defRPr>
            </a:lvl3pPr>
            <a:lvl4pPr>
              <a:defRPr sz="1500" b="0">
                <a:solidFill>
                  <a:srgbClr val="22334B"/>
                </a:solidFill>
              </a:defRPr>
            </a:lvl4pPr>
            <a:lvl5pPr>
              <a:defRPr sz="1500" b="0">
                <a:solidFill>
                  <a:srgbClr val="22334B"/>
                </a:solidFill>
              </a:defRPr>
            </a:lvl5pPr>
            <a:lvl6pPr>
              <a:defRPr sz="1500" b="0">
                <a:solidFill>
                  <a:srgbClr val="22334B"/>
                </a:solidFill>
              </a:defRPr>
            </a:lvl6pPr>
            <a:lvl7pPr>
              <a:defRPr sz="1500" b="0">
                <a:solidFill>
                  <a:srgbClr val="22334B"/>
                </a:solidFill>
              </a:defRPr>
            </a:lvl7pPr>
            <a:lvl8pPr>
              <a:defRPr sz="1500" b="0">
                <a:solidFill>
                  <a:srgbClr val="22334B"/>
                </a:solidFill>
              </a:defRPr>
            </a:lvl8pPr>
            <a:lvl9pPr>
              <a:defRPr sz="1500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2334B"/>
                </a:solidFill>
              </a:defRPr>
            </a:pPr>
            <a:r>
              <a:rPr sz="1500" b="0">
                <a:solidFill>
                  <a:srgbClr val="22334B"/>
                </a:solidFill>
              </a:rPr>
              <a:t>Resultados en HTML y JSON</a:t>
            </a:r>
          </a:p>
        </p:txBody>
      </p:sp>
    </p:spTree>
    <p:extLst>
      <p:ext uri="{BB962C8B-B14F-4D97-AF65-F5344CB8AC3E}">
        <p14:creationId xmlns:p14="http://schemas.microsoft.com/office/powerpoint/2010/main" val="1276171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ED310-B36D-4855-8F7B-4DD8325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Capacidad y condiciones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DC373-18AE-4A1B-8623-011985DF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Tecnología suficiente para iniciar con el laboratorio en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A9303-A51C-4693-A14C-DB67AD1C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F1B90-A529-4478-A701-7A675C6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617080"/>
                </a:solidFill>
              </a:defRPr>
            </a:defPPr>
            <a:lvl1pPr>
              <a:defRPr sz="975" b="0">
                <a:solidFill>
                  <a:srgbClr val="617080"/>
                </a:solidFill>
              </a:defRPr>
            </a:lvl1pPr>
            <a:lvl2pPr>
              <a:defRPr sz="975" b="0">
                <a:solidFill>
                  <a:srgbClr val="617080"/>
                </a:solidFill>
              </a:defRPr>
            </a:lvl2pPr>
            <a:lvl3pPr>
              <a:defRPr sz="975" b="0">
                <a:solidFill>
                  <a:srgbClr val="617080"/>
                </a:solidFill>
              </a:defRPr>
            </a:lvl3pPr>
            <a:lvl4pPr>
              <a:defRPr sz="975" b="0">
                <a:solidFill>
                  <a:srgbClr val="617080"/>
                </a:solidFill>
              </a:defRPr>
            </a:lvl4pPr>
            <a:lvl5pPr>
              <a:defRPr sz="975" b="0">
                <a:solidFill>
                  <a:srgbClr val="617080"/>
                </a:solidFill>
              </a:defRPr>
            </a:lvl5pPr>
            <a:lvl6pPr>
              <a:defRPr sz="975" b="0">
                <a:solidFill>
                  <a:srgbClr val="617080"/>
                </a:solidFill>
              </a:defRPr>
            </a:lvl6pPr>
            <a:lvl7pPr>
              <a:defRPr sz="975" b="0">
                <a:solidFill>
                  <a:srgbClr val="617080"/>
                </a:solidFill>
              </a:defRPr>
            </a:lvl7pPr>
            <a:lvl8pPr>
              <a:defRPr sz="975" b="0">
                <a:solidFill>
                  <a:srgbClr val="617080"/>
                </a:solidFill>
              </a:defRPr>
            </a:lvl8pPr>
            <a:lvl9pPr>
              <a:defRPr sz="97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17080"/>
                </a:solidFill>
              </a:defRPr>
            </a:pPr>
            <a:r>
              <a:rPr sz="975" b="0">
                <a:solidFill>
                  <a:srgbClr val="617080"/>
                </a:solidFill>
              </a:rPr>
              <a:t>IdM Test Framework  ·  2/4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126A0-5BBA-4516-88BA-7E549D35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463A5"/>
                </a:solidFill>
              </a:defRPr>
            </a:defPPr>
            <a:lvl1pPr>
              <a:defRPr sz="1125" b="1">
                <a:solidFill>
                  <a:srgbClr val="2463A5"/>
                </a:solidFill>
              </a:defRPr>
            </a:lvl1pPr>
            <a:lvl2pPr>
              <a:defRPr sz="1125" b="1">
                <a:solidFill>
                  <a:srgbClr val="2463A5"/>
                </a:solidFill>
              </a:defRPr>
            </a:lvl2pPr>
            <a:lvl3pPr>
              <a:defRPr sz="1125" b="1">
                <a:solidFill>
                  <a:srgbClr val="2463A5"/>
                </a:solidFill>
              </a:defRPr>
            </a:lvl3pPr>
            <a:lvl4pPr>
              <a:defRPr sz="1125" b="1">
                <a:solidFill>
                  <a:srgbClr val="2463A5"/>
                </a:solidFill>
              </a:defRPr>
            </a:lvl4pPr>
            <a:lvl5pPr>
              <a:defRPr sz="1125" b="1">
                <a:solidFill>
                  <a:srgbClr val="2463A5"/>
                </a:solidFill>
              </a:defRPr>
            </a:lvl5pPr>
            <a:lvl6pPr>
              <a:defRPr sz="1125" b="1">
                <a:solidFill>
                  <a:srgbClr val="2463A5"/>
                </a:solidFill>
              </a:defRPr>
            </a:lvl6pPr>
            <a:lvl7pPr>
              <a:defRPr sz="1125" b="1">
                <a:solidFill>
                  <a:srgbClr val="2463A5"/>
                </a:solidFill>
              </a:defRPr>
            </a:lvl7pPr>
            <a:lvl8pPr>
              <a:defRPr sz="1125" b="1">
                <a:solidFill>
                  <a:srgbClr val="2463A5"/>
                </a:solidFill>
              </a:defRPr>
            </a:lvl8pPr>
            <a:lvl9pPr>
              <a:defRPr sz="11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63A5"/>
                </a:solidFill>
              </a:defRPr>
            </a:pPr>
            <a:r>
              <a:rPr sz="1125" b="1">
                <a:solidFill>
                  <a:srgbClr val="2463A5"/>
                </a:solidFill>
              </a:rPr>
              <a:t>EN QUÉ ESTÁ HECHO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0BF85-86FF-4AF3-82E3-2C4BB0E9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4263F"/>
                </a:solidFill>
              </a:defRPr>
            </a:defPPr>
            <a:lvl1pPr>
              <a:defRPr sz="1875" b="1">
                <a:solidFill>
                  <a:srgbClr val="14263F"/>
                </a:solidFill>
              </a:defRPr>
            </a:lvl1pPr>
            <a:lvl2pPr>
              <a:defRPr sz="1875" b="1">
                <a:solidFill>
                  <a:srgbClr val="14263F"/>
                </a:solidFill>
              </a:defRPr>
            </a:lvl2pPr>
            <a:lvl3pPr>
              <a:defRPr sz="1875" b="1">
                <a:solidFill>
                  <a:srgbClr val="14263F"/>
                </a:solidFill>
              </a:defRPr>
            </a:lvl3pPr>
            <a:lvl4pPr>
              <a:defRPr sz="1875" b="1">
                <a:solidFill>
                  <a:srgbClr val="14263F"/>
                </a:solidFill>
              </a:defRPr>
            </a:lvl4pPr>
            <a:lvl5pPr>
              <a:defRPr sz="1875" b="1">
                <a:solidFill>
                  <a:srgbClr val="14263F"/>
                </a:solidFill>
              </a:defRPr>
            </a:lvl5pPr>
            <a:lvl6pPr>
              <a:defRPr sz="1875" b="1">
                <a:solidFill>
                  <a:srgbClr val="14263F"/>
                </a:solidFill>
              </a:defRPr>
            </a:lvl6pPr>
            <a:lvl7pPr>
              <a:defRPr sz="1875" b="1">
                <a:solidFill>
                  <a:srgbClr val="14263F"/>
                </a:solidFill>
              </a:defRPr>
            </a:lvl7pPr>
            <a:lvl8pPr>
              <a:defRPr sz="1875" b="1">
                <a:solidFill>
                  <a:srgbClr val="14263F"/>
                </a:solidFill>
              </a:defRPr>
            </a:lvl8pPr>
            <a:lvl9pPr>
              <a:defRPr sz="187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63F"/>
                </a:solidFill>
              </a:defRPr>
            </a:pPr>
            <a:r>
              <a:rPr sz="1875" b="1">
                <a:solidFill>
                  <a:srgbClr val="14263F"/>
                </a:solidFill>
              </a:rPr>
              <a:t>Java 25 · Spring Boot · Maven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EA710-CA2F-465F-BFE9-D14CA9E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Escenarios YAML o JUnit; runner local e interfaz de trabajo.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AA63A-1983-4517-87FF-4325878A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463A5"/>
                </a:solidFill>
              </a:defRPr>
            </a:defPPr>
            <a:lvl1pPr>
              <a:defRPr sz="1125" b="1">
                <a:solidFill>
                  <a:srgbClr val="2463A5"/>
                </a:solidFill>
              </a:defRPr>
            </a:lvl1pPr>
            <a:lvl2pPr>
              <a:defRPr sz="1125" b="1">
                <a:solidFill>
                  <a:srgbClr val="2463A5"/>
                </a:solidFill>
              </a:defRPr>
            </a:lvl2pPr>
            <a:lvl3pPr>
              <a:defRPr sz="1125" b="1">
                <a:solidFill>
                  <a:srgbClr val="2463A5"/>
                </a:solidFill>
              </a:defRPr>
            </a:lvl3pPr>
            <a:lvl4pPr>
              <a:defRPr sz="1125" b="1">
                <a:solidFill>
                  <a:srgbClr val="2463A5"/>
                </a:solidFill>
              </a:defRPr>
            </a:lvl4pPr>
            <a:lvl5pPr>
              <a:defRPr sz="1125" b="1">
                <a:solidFill>
                  <a:srgbClr val="2463A5"/>
                </a:solidFill>
              </a:defRPr>
            </a:lvl5pPr>
            <a:lvl6pPr>
              <a:defRPr sz="1125" b="1">
                <a:solidFill>
                  <a:srgbClr val="2463A5"/>
                </a:solidFill>
              </a:defRPr>
            </a:lvl6pPr>
            <a:lvl7pPr>
              <a:defRPr sz="1125" b="1">
                <a:solidFill>
                  <a:srgbClr val="2463A5"/>
                </a:solidFill>
              </a:defRPr>
            </a:lvl7pPr>
            <a:lvl8pPr>
              <a:defRPr sz="1125" b="1">
                <a:solidFill>
                  <a:srgbClr val="2463A5"/>
                </a:solidFill>
              </a:defRPr>
            </a:lvl8pPr>
            <a:lvl9pPr>
              <a:defRPr sz="11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63A5"/>
                </a:solidFill>
              </a:defRPr>
            </a:pPr>
            <a:r>
              <a:rPr sz="1125" b="1">
                <a:solidFill>
                  <a:srgbClr val="2463A5"/>
                </a:solidFill>
              </a:rPr>
              <a:t>QUÉ INTEGRA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DC092-1556-4C87-9A20-3F5D79AB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4263F"/>
                </a:solidFill>
              </a:defRPr>
            </a:defPPr>
            <a:lvl1pPr>
              <a:defRPr sz="1875" b="1">
                <a:solidFill>
                  <a:srgbClr val="14263F"/>
                </a:solidFill>
              </a:defRPr>
            </a:lvl1pPr>
            <a:lvl2pPr>
              <a:defRPr sz="1875" b="1">
                <a:solidFill>
                  <a:srgbClr val="14263F"/>
                </a:solidFill>
              </a:defRPr>
            </a:lvl2pPr>
            <a:lvl3pPr>
              <a:defRPr sz="1875" b="1">
                <a:solidFill>
                  <a:srgbClr val="14263F"/>
                </a:solidFill>
              </a:defRPr>
            </a:lvl3pPr>
            <a:lvl4pPr>
              <a:defRPr sz="1875" b="1">
                <a:solidFill>
                  <a:srgbClr val="14263F"/>
                </a:solidFill>
              </a:defRPr>
            </a:lvl4pPr>
            <a:lvl5pPr>
              <a:defRPr sz="1875" b="1">
                <a:solidFill>
                  <a:srgbClr val="14263F"/>
                </a:solidFill>
              </a:defRPr>
            </a:lvl5pPr>
            <a:lvl6pPr>
              <a:defRPr sz="1875" b="1">
                <a:solidFill>
                  <a:srgbClr val="14263F"/>
                </a:solidFill>
              </a:defRPr>
            </a:lvl6pPr>
            <a:lvl7pPr>
              <a:defRPr sz="1875" b="1">
                <a:solidFill>
                  <a:srgbClr val="14263F"/>
                </a:solidFill>
              </a:defRPr>
            </a:lvl7pPr>
            <a:lvl8pPr>
              <a:defRPr sz="1875" b="1">
                <a:solidFill>
                  <a:srgbClr val="14263F"/>
                </a:solidFill>
              </a:defRPr>
            </a:lvl8pPr>
            <a:lvl9pPr>
              <a:defRPr sz="187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263F"/>
                </a:solidFill>
              </a:defRPr>
            </a:pPr>
            <a:r>
              <a:rPr sz="1875" b="1">
                <a:solidFill>
                  <a:srgbClr val="14263F"/>
                </a:solidFill>
              </a:rPr>
              <a:t>REST / HTTP · SOAP · LDAP ·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3B181-BF50-446B-8A86-42A68E9C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Motor de escenarios, conectores, ejecución por perfiles y reportes.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EC587-D248-4172-BBBF-7B265D56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4D243-39ED-4915-B6DD-6692D55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463A5"/>
                </a:solidFill>
              </a:defRPr>
            </a:defPPr>
            <a:lvl1pPr>
              <a:defRPr sz="1125" b="1">
                <a:solidFill>
                  <a:srgbClr val="2463A5"/>
                </a:solidFill>
              </a:defRPr>
            </a:lvl1pPr>
            <a:lvl2pPr>
              <a:defRPr sz="1125" b="1">
                <a:solidFill>
                  <a:srgbClr val="2463A5"/>
                </a:solidFill>
              </a:defRPr>
            </a:lvl2pPr>
            <a:lvl3pPr>
              <a:defRPr sz="1125" b="1">
                <a:solidFill>
                  <a:srgbClr val="2463A5"/>
                </a:solidFill>
              </a:defRPr>
            </a:lvl3pPr>
            <a:lvl4pPr>
              <a:defRPr sz="1125" b="1">
                <a:solidFill>
                  <a:srgbClr val="2463A5"/>
                </a:solidFill>
              </a:defRPr>
            </a:lvl4pPr>
            <a:lvl5pPr>
              <a:defRPr sz="1125" b="1">
                <a:solidFill>
                  <a:srgbClr val="2463A5"/>
                </a:solidFill>
              </a:defRPr>
            </a:lvl5pPr>
            <a:lvl6pPr>
              <a:defRPr sz="1125" b="1">
                <a:solidFill>
                  <a:srgbClr val="2463A5"/>
                </a:solidFill>
              </a:defRPr>
            </a:lvl6pPr>
            <a:lvl7pPr>
              <a:defRPr sz="1125" b="1">
                <a:solidFill>
                  <a:srgbClr val="2463A5"/>
                </a:solidFill>
              </a:defRPr>
            </a:lvl7pPr>
            <a:lvl8pPr>
              <a:defRPr sz="1125" b="1">
                <a:solidFill>
                  <a:srgbClr val="2463A5"/>
                </a:solidFill>
              </a:defRPr>
            </a:lvl8pPr>
            <a:lvl9pPr>
              <a:defRPr sz="11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63A5"/>
                </a:solidFill>
              </a:defRPr>
            </a:pPr>
            <a:r>
              <a:rPr sz="1125" b="1">
                <a:solidFill>
                  <a:srgbClr val="2463A5"/>
                </a:solidFill>
              </a:rPr>
              <a:t>PARA PONERLO EN MARCHA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870CF-A2A5-4F9E-A691-79947AF4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4263F"/>
                </a:solidFill>
              </a:defRPr>
            </a:defPPr>
            <a:lvl1pPr>
              <a:defRPr sz="1725" b="1">
                <a:solidFill>
                  <a:srgbClr val="14263F"/>
                </a:solidFill>
              </a:defRPr>
            </a:lvl1pPr>
            <a:lvl2pPr>
              <a:defRPr sz="1725" b="1">
                <a:solidFill>
                  <a:srgbClr val="14263F"/>
                </a:solidFill>
              </a:defRPr>
            </a:lvl2pPr>
            <a:lvl3pPr>
              <a:defRPr sz="1725" b="1">
                <a:solidFill>
                  <a:srgbClr val="14263F"/>
                </a:solidFill>
              </a:defRPr>
            </a:lvl3pPr>
            <a:lvl4pPr>
              <a:defRPr sz="1725" b="1">
                <a:solidFill>
                  <a:srgbClr val="14263F"/>
                </a:solidFill>
              </a:defRPr>
            </a:lvl4pPr>
            <a:lvl5pPr>
              <a:defRPr sz="1725" b="1">
                <a:solidFill>
                  <a:srgbClr val="14263F"/>
                </a:solidFill>
              </a:defRPr>
            </a:lvl5pPr>
            <a:lvl6pPr>
              <a:defRPr sz="1725" b="1">
                <a:solidFill>
                  <a:srgbClr val="14263F"/>
                </a:solidFill>
              </a:defRPr>
            </a:lvl6pPr>
            <a:lvl7pPr>
              <a:defRPr sz="1725" b="1">
                <a:solidFill>
                  <a:srgbClr val="14263F"/>
                </a:solidFill>
              </a:defRPr>
            </a:lvl7pPr>
            <a:lvl8pPr>
              <a:defRPr sz="1725" b="1">
                <a:solidFill>
                  <a:srgbClr val="14263F"/>
                </a:solidFill>
              </a:defRPr>
            </a:lvl8pPr>
            <a:lvl9pPr>
              <a:defRPr sz="1725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263F"/>
                </a:solidFill>
              </a:defRPr>
            </a:pPr>
            <a:r>
              <a:rPr sz="1725" b="1">
                <a:solidFill>
                  <a:srgbClr val="14263F"/>
                </a:solidFill>
              </a:rPr>
              <a:t>ZIP con Java incluido, conectividad y credenciales del laboratorio, certificados TLS y datos de prueba.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4F9B8-E9F0-4DD2-B81D-FF364082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17080"/>
                </a:solidFill>
              </a:defRPr>
            </a:defPPr>
            <a:lvl1pPr>
              <a:defRPr sz="1350" b="0">
                <a:solidFill>
                  <a:srgbClr val="617080"/>
                </a:solidFill>
              </a:defRPr>
            </a:lvl1pPr>
            <a:lvl2pPr>
              <a:defRPr sz="1350" b="0">
                <a:solidFill>
                  <a:srgbClr val="617080"/>
                </a:solidFill>
              </a:defRPr>
            </a:lvl2pPr>
            <a:lvl3pPr>
              <a:defRPr sz="1350" b="0">
                <a:solidFill>
                  <a:srgbClr val="617080"/>
                </a:solidFill>
              </a:defRPr>
            </a:lvl3pPr>
            <a:lvl4pPr>
              <a:defRPr sz="1350" b="0">
                <a:solidFill>
                  <a:srgbClr val="617080"/>
                </a:solidFill>
              </a:defRPr>
            </a:lvl4pPr>
            <a:lvl5pPr>
              <a:defRPr sz="1350" b="0">
                <a:solidFill>
                  <a:srgbClr val="617080"/>
                </a:solidFill>
              </a:defRPr>
            </a:lvl5pPr>
            <a:lvl6pPr>
              <a:defRPr sz="1350" b="0">
                <a:solidFill>
                  <a:srgbClr val="617080"/>
                </a:solidFill>
              </a:defRPr>
            </a:lvl6pPr>
            <a:lvl7pPr>
              <a:defRPr sz="1350" b="0">
                <a:solidFill>
                  <a:srgbClr val="617080"/>
                </a:solidFill>
              </a:defRPr>
            </a:lvl7pPr>
            <a:lvl8pPr>
              <a:defRPr sz="1350" b="0">
                <a:solidFill>
                  <a:srgbClr val="617080"/>
                </a:solidFill>
              </a:defRPr>
            </a:lvl8pPr>
            <a:lvl9pPr>
              <a:defRPr sz="1350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17080"/>
                </a:solidFill>
              </a:defRPr>
            </a:pPr>
            <a:r>
              <a:rPr sz="1350" b="0">
                <a:solidFill>
                  <a:srgbClr val="617080"/>
                </a:solidFill>
              </a:rPr>
              <a:t>Operación local para un usuario · Memoria a dimensionar según la carga y el entorno</a:t>
            </a:r>
          </a:p>
        </p:txBody>
      </p:sp>
    </p:spTree>
    <p:extLst>
      <p:ext uri="{BB962C8B-B14F-4D97-AF65-F5344CB8AC3E}">
        <p14:creationId xmlns:p14="http://schemas.microsoft.com/office/powerpoint/2010/main" val="1608782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4E8E1-B4A7-4320-A0FA-B6303114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Valor para Servicios Profesionales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ED14A-76FA-4369-9190-53CF5899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Más consistencia en entregas, cambios y soporte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D9C68-96E2-4CB8-9A93-82E5501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11EB0-73B6-436B-87BD-94DAC363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617080"/>
                </a:solidFill>
              </a:defRPr>
            </a:defPPr>
            <a:lvl1pPr>
              <a:defRPr sz="975" b="0">
                <a:solidFill>
                  <a:srgbClr val="617080"/>
                </a:solidFill>
              </a:defRPr>
            </a:lvl1pPr>
            <a:lvl2pPr>
              <a:defRPr sz="975" b="0">
                <a:solidFill>
                  <a:srgbClr val="617080"/>
                </a:solidFill>
              </a:defRPr>
            </a:lvl2pPr>
            <a:lvl3pPr>
              <a:defRPr sz="975" b="0">
                <a:solidFill>
                  <a:srgbClr val="617080"/>
                </a:solidFill>
              </a:defRPr>
            </a:lvl3pPr>
            <a:lvl4pPr>
              <a:defRPr sz="975" b="0">
                <a:solidFill>
                  <a:srgbClr val="617080"/>
                </a:solidFill>
              </a:defRPr>
            </a:lvl4pPr>
            <a:lvl5pPr>
              <a:defRPr sz="975" b="0">
                <a:solidFill>
                  <a:srgbClr val="617080"/>
                </a:solidFill>
              </a:defRPr>
            </a:lvl5pPr>
            <a:lvl6pPr>
              <a:defRPr sz="975" b="0">
                <a:solidFill>
                  <a:srgbClr val="617080"/>
                </a:solidFill>
              </a:defRPr>
            </a:lvl6pPr>
            <a:lvl7pPr>
              <a:defRPr sz="975" b="0">
                <a:solidFill>
                  <a:srgbClr val="617080"/>
                </a:solidFill>
              </a:defRPr>
            </a:lvl7pPr>
            <a:lvl8pPr>
              <a:defRPr sz="975" b="0">
                <a:solidFill>
                  <a:srgbClr val="617080"/>
                </a:solidFill>
              </a:defRPr>
            </a:lvl8pPr>
            <a:lvl9pPr>
              <a:defRPr sz="97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17080"/>
                </a:solidFill>
              </a:defRPr>
            </a:pPr>
            <a:r>
              <a:rPr sz="975" b="0">
                <a:solidFill>
                  <a:srgbClr val="617080"/>
                </a:solidFill>
              </a:rPr>
              <a:t>IdM Test Framework  ·  3/4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CF848-AB0C-46EE-9853-C25483B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463A5"/>
                </a:solidFill>
              </a:defRPr>
            </a:defPPr>
            <a:lvl1pPr>
              <a:defRPr sz="2025" b="1">
                <a:solidFill>
                  <a:srgbClr val="2463A5"/>
                </a:solidFill>
              </a:defRPr>
            </a:lvl1pPr>
            <a:lvl2pPr>
              <a:defRPr sz="2025" b="1">
                <a:solidFill>
                  <a:srgbClr val="2463A5"/>
                </a:solidFill>
              </a:defRPr>
            </a:lvl2pPr>
            <a:lvl3pPr>
              <a:defRPr sz="2025" b="1">
                <a:solidFill>
                  <a:srgbClr val="2463A5"/>
                </a:solidFill>
              </a:defRPr>
            </a:lvl3pPr>
            <a:lvl4pPr>
              <a:defRPr sz="2025" b="1">
                <a:solidFill>
                  <a:srgbClr val="2463A5"/>
                </a:solidFill>
              </a:defRPr>
            </a:lvl4pPr>
            <a:lvl5pPr>
              <a:defRPr sz="2025" b="1">
                <a:solidFill>
                  <a:srgbClr val="2463A5"/>
                </a:solidFill>
              </a:defRPr>
            </a:lvl5pPr>
            <a:lvl6pPr>
              <a:defRPr sz="2025" b="1">
                <a:solidFill>
                  <a:srgbClr val="2463A5"/>
                </a:solidFill>
              </a:defRPr>
            </a:lvl6pPr>
            <a:lvl7pPr>
              <a:defRPr sz="2025" b="1">
                <a:solidFill>
                  <a:srgbClr val="2463A5"/>
                </a:solidFill>
              </a:defRPr>
            </a:lvl7pPr>
            <a:lvl8pPr>
              <a:defRPr sz="2025" b="1">
                <a:solidFill>
                  <a:srgbClr val="2463A5"/>
                </a:solidFill>
              </a:defRPr>
            </a:lvl8pPr>
            <a:lvl9pPr>
              <a:defRPr sz="20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63A5"/>
                </a:solidFill>
              </a:defRPr>
            </a:pPr>
            <a:r>
              <a:rPr sz="2025" b="1">
                <a:solidFill>
                  <a:srgbClr val="2463A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8B40-A973-4A32-86CC-7B59204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Pruebas de regresión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EDD42-6FFB-4849-AE7E-182F615C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145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Repetir el mismo caso después de cada cambio.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36D12-09C3-4859-8B46-DEBAC3D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EE5A4-0E4D-49D4-8D40-DF952D9C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463A5"/>
                </a:solidFill>
              </a:defRPr>
            </a:defPPr>
            <a:lvl1pPr>
              <a:defRPr sz="2025" b="1">
                <a:solidFill>
                  <a:srgbClr val="2463A5"/>
                </a:solidFill>
              </a:defRPr>
            </a:lvl1pPr>
            <a:lvl2pPr>
              <a:defRPr sz="2025" b="1">
                <a:solidFill>
                  <a:srgbClr val="2463A5"/>
                </a:solidFill>
              </a:defRPr>
            </a:lvl2pPr>
            <a:lvl3pPr>
              <a:defRPr sz="2025" b="1">
                <a:solidFill>
                  <a:srgbClr val="2463A5"/>
                </a:solidFill>
              </a:defRPr>
            </a:lvl3pPr>
            <a:lvl4pPr>
              <a:defRPr sz="2025" b="1">
                <a:solidFill>
                  <a:srgbClr val="2463A5"/>
                </a:solidFill>
              </a:defRPr>
            </a:lvl4pPr>
            <a:lvl5pPr>
              <a:defRPr sz="2025" b="1">
                <a:solidFill>
                  <a:srgbClr val="2463A5"/>
                </a:solidFill>
              </a:defRPr>
            </a:lvl5pPr>
            <a:lvl6pPr>
              <a:defRPr sz="2025" b="1">
                <a:solidFill>
                  <a:srgbClr val="2463A5"/>
                </a:solidFill>
              </a:defRPr>
            </a:lvl6pPr>
            <a:lvl7pPr>
              <a:defRPr sz="2025" b="1">
                <a:solidFill>
                  <a:srgbClr val="2463A5"/>
                </a:solidFill>
              </a:defRPr>
            </a:lvl7pPr>
            <a:lvl8pPr>
              <a:defRPr sz="2025" b="1">
                <a:solidFill>
                  <a:srgbClr val="2463A5"/>
                </a:solidFill>
              </a:defRPr>
            </a:lvl8pPr>
            <a:lvl9pPr>
              <a:defRPr sz="20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63A5"/>
                </a:solidFill>
              </a:defRPr>
            </a:pPr>
            <a:r>
              <a:rPr sz="2025" b="1">
                <a:solidFill>
                  <a:srgbClr val="2463A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32DE7-2D00-48CE-9803-71AAAC1C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241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Menos errores en producción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A3B78-0BFA-4E79-B1E6-F5C2F4F0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432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Detectar desvíos antes de liberar.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2E1D8-E797-4FC2-884E-0FA6377E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86FC9-CBD8-462A-B063-195A323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463A5"/>
                </a:solidFill>
              </a:defRPr>
            </a:defPPr>
            <a:lvl1pPr>
              <a:defRPr sz="2025" b="1">
                <a:solidFill>
                  <a:srgbClr val="2463A5"/>
                </a:solidFill>
              </a:defRPr>
            </a:lvl1pPr>
            <a:lvl2pPr>
              <a:defRPr sz="2025" b="1">
                <a:solidFill>
                  <a:srgbClr val="2463A5"/>
                </a:solidFill>
              </a:defRPr>
            </a:lvl2pPr>
            <a:lvl3pPr>
              <a:defRPr sz="2025" b="1">
                <a:solidFill>
                  <a:srgbClr val="2463A5"/>
                </a:solidFill>
              </a:defRPr>
            </a:lvl3pPr>
            <a:lvl4pPr>
              <a:defRPr sz="2025" b="1">
                <a:solidFill>
                  <a:srgbClr val="2463A5"/>
                </a:solidFill>
              </a:defRPr>
            </a:lvl4pPr>
            <a:lvl5pPr>
              <a:defRPr sz="2025" b="1">
                <a:solidFill>
                  <a:srgbClr val="2463A5"/>
                </a:solidFill>
              </a:defRPr>
            </a:lvl5pPr>
            <a:lvl6pPr>
              <a:defRPr sz="2025" b="1">
                <a:solidFill>
                  <a:srgbClr val="2463A5"/>
                </a:solidFill>
              </a:defRPr>
            </a:lvl6pPr>
            <a:lvl7pPr>
              <a:defRPr sz="2025" b="1">
                <a:solidFill>
                  <a:srgbClr val="2463A5"/>
                </a:solidFill>
              </a:defRPr>
            </a:lvl7pPr>
            <a:lvl8pPr>
              <a:defRPr sz="2025" b="1">
                <a:solidFill>
                  <a:srgbClr val="2463A5"/>
                </a:solidFill>
              </a:defRPr>
            </a:lvl8pPr>
            <a:lvl9pPr>
              <a:defRPr sz="20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63A5"/>
                </a:solidFill>
              </a:defRPr>
            </a:pPr>
            <a:r>
              <a:rPr sz="2025" b="1">
                <a:solidFill>
                  <a:srgbClr val="2463A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AA35B-8808-419D-B275-92CB71D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Mayor cobertura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911F5-1765-4B5A-8924-98F1CC9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719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Revisar identidad, permisos, BD y directorio.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3CEC2-2DC9-4319-80B5-0E495C9F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F2566-76FD-4290-BAB2-AEFD628D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463A5"/>
                </a:solidFill>
              </a:defRPr>
            </a:defPPr>
            <a:lvl1pPr>
              <a:defRPr sz="2025" b="1">
                <a:solidFill>
                  <a:srgbClr val="2463A5"/>
                </a:solidFill>
              </a:defRPr>
            </a:lvl1pPr>
            <a:lvl2pPr>
              <a:defRPr sz="2025" b="1">
                <a:solidFill>
                  <a:srgbClr val="2463A5"/>
                </a:solidFill>
              </a:defRPr>
            </a:lvl2pPr>
            <a:lvl3pPr>
              <a:defRPr sz="2025" b="1">
                <a:solidFill>
                  <a:srgbClr val="2463A5"/>
                </a:solidFill>
              </a:defRPr>
            </a:lvl3pPr>
            <a:lvl4pPr>
              <a:defRPr sz="2025" b="1">
                <a:solidFill>
                  <a:srgbClr val="2463A5"/>
                </a:solidFill>
              </a:defRPr>
            </a:lvl4pPr>
            <a:lvl5pPr>
              <a:defRPr sz="2025" b="1">
                <a:solidFill>
                  <a:srgbClr val="2463A5"/>
                </a:solidFill>
              </a:defRPr>
            </a:lvl5pPr>
            <a:lvl6pPr>
              <a:defRPr sz="2025" b="1">
                <a:solidFill>
                  <a:srgbClr val="2463A5"/>
                </a:solidFill>
              </a:defRPr>
            </a:lvl6pPr>
            <a:lvl7pPr>
              <a:defRPr sz="2025" b="1">
                <a:solidFill>
                  <a:srgbClr val="2463A5"/>
                </a:solidFill>
              </a:defRPr>
            </a:lvl7pPr>
            <a:lvl8pPr>
              <a:defRPr sz="2025" b="1">
                <a:solidFill>
                  <a:srgbClr val="2463A5"/>
                </a:solidFill>
              </a:defRPr>
            </a:lvl8pPr>
            <a:lvl9pPr>
              <a:defRPr sz="20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63A5"/>
                </a:solidFill>
              </a:defRPr>
            </a:pPr>
            <a:r>
              <a:rPr sz="2025" b="1">
                <a:solidFill>
                  <a:srgbClr val="2463A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E1B76-AA42-4960-B60E-9BCB2070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Automatización repetitiva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3B6E3-002B-4635-98E7-A9982A03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005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Liberar tiempo del consultor para analizar fallas.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73300-C077-40BA-AECF-ED52633C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29225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90E90-02B7-48AD-A101-6F1D4A73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71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463A5"/>
                </a:solidFill>
              </a:defRPr>
            </a:defPPr>
            <a:lvl1pPr>
              <a:defRPr sz="2025" b="1">
                <a:solidFill>
                  <a:srgbClr val="2463A5"/>
                </a:solidFill>
              </a:defRPr>
            </a:lvl1pPr>
            <a:lvl2pPr>
              <a:defRPr sz="2025" b="1">
                <a:solidFill>
                  <a:srgbClr val="2463A5"/>
                </a:solidFill>
              </a:defRPr>
            </a:lvl2pPr>
            <a:lvl3pPr>
              <a:defRPr sz="2025" b="1">
                <a:solidFill>
                  <a:srgbClr val="2463A5"/>
                </a:solidFill>
              </a:defRPr>
            </a:lvl3pPr>
            <a:lvl4pPr>
              <a:defRPr sz="2025" b="1">
                <a:solidFill>
                  <a:srgbClr val="2463A5"/>
                </a:solidFill>
              </a:defRPr>
            </a:lvl4pPr>
            <a:lvl5pPr>
              <a:defRPr sz="2025" b="1">
                <a:solidFill>
                  <a:srgbClr val="2463A5"/>
                </a:solidFill>
              </a:defRPr>
            </a:lvl5pPr>
            <a:lvl6pPr>
              <a:defRPr sz="2025" b="1">
                <a:solidFill>
                  <a:srgbClr val="2463A5"/>
                </a:solidFill>
              </a:defRPr>
            </a:lvl6pPr>
            <a:lvl7pPr>
              <a:defRPr sz="2025" b="1">
                <a:solidFill>
                  <a:srgbClr val="2463A5"/>
                </a:solidFill>
              </a:defRPr>
            </a:lvl7pPr>
            <a:lvl8pPr>
              <a:defRPr sz="2025" b="1">
                <a:solidFill>
                  <a:srgbClr val="2463A5"/>
                </a:solidFill>
              </a:defRPr>
            </a:lvl8pPr>
            <a:lvl9pPr>
              <a:defRPr sz="20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63A5"/>
                </a:solidFill>
              </a:defRPr>
            </a:pPr>
            <a:r>
              <a:rPr sz="2025" b="1">
                <a:solidFill>
                  <a:srgbClr val="2463A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229C1-C807-4143-AB97-408DFDC6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Ahorro de tiempo y recursos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599F4-1FC9-422D-A46F-51803EBA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4292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Reutilizar escenarios y evidencia en cada ciclo.</a:t>
            </a:r>
          </a:p>
        </p:txBody>
      </p:sp>
    </p:spTree>
    <p:extLst>
      <p:ext uri="{BB962C8B-B14F-4D97-AF65-F5344CB8AC3E}">
        <p14:creationId xmlns:p14="http://schemas.microsoft.com/office/powerpoint/2010/main" val="1560801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EE2F9-B1B5-4A93-8F2F-FF65D04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4263F"/>
                </a:solidFill>
              </a:defRPr>
            </a:defPPr>
            <a:lvl1pPr>
              <a:defRPr sz="2850" b="1">
                <a:solidFill>
                  <a:srgbClr val="14263F"/>
                </a:solidFill>
              </a:defRPr>
            </a:lvl1pPr>
            <a:lvl2pPr>
              <a:defRPr sz="2850" b="1">
                <a:solidFill>
                  <a:srgbClr val="14263F"/>
                </a:solidFill>
              </a:defRPr>
            </a:lvl2pPr>
            <a:lvl3pPr>
              <a:defRPr sz="2850" b="1">
                <a:solidFill>
                  <a:srgbClr val="14263F"/>
                </a:solidFill>
              </a:defRPr>
            </a:lvl3pPr>
            <a:lvl4pPr>
              <a:defRPr sz="2850" b="1">
                <a:solidFill>
                  <a:srgbClr val="14263F"/>
                </a:solidFill>
              </a:defRPr>
            </a:lvl4pPr>
            <a:lvl5pPr>
              <a:defRPr sz="2850" b="1">
                <a:solidFill>
                  <a:srgbClr val="14263F"/>
                </a:solidFill>
              </a:defRPr>
            </a:lvl5pPr>
            <a:lvl6pPr>
              <a:defRPr sz="2850" b="1">
                <a:solidFill>
                  <a:srgbClr val="14263F"/>
                </a:solidFill>
              </a:defRPr>
            </a:lvl6pPr>
            <a:lvl7pPr>
              <a:defRPr sz="2850" b="1">
                <a:solidFill>
                  <a:srgbClr val="14263F"/>
                </a:solidFill>
              </a:defRPr>
            </a:lvl7pPr>
            <a:lvl8pPr>
              <a:defRPr sz="2850" b="1">
                <a:solidFill>
                  <a:srgbClr val="14263F"/>
                </a:solidFill>
              </a:defRPr>
            </a:lvl8pPr>
            <a:lvl9pPr>
              <a:defRPr sz="285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63F"/>
                </a:solidFill>
              </a:defRPr>
            </a:pPr>
            <a:r>
              <a:rPr sz="2850" b="1">
                <a:solidFill>
                  <a:srgbClr val="14263F"/>
                </a:solidFill>
              </a:rPr>
              <a:t>Primer caso y próximos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0B97D-A552-4E0A-A329-F1C9CBBF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Alta de identidad, accesos y verificación del aprovisionamiento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E284B-8215-4BF6-8AEC-16503A86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8E37A-6AF2-4B40-B526-DF1CC5B5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75" b="0">
                <a:solidFill>
                  <a:srgbClr val="617080"/>
                </a:solidFill>
              </a:defRPr>
            </a:defPPr>
            <a:lvl1pPr>
              <a:defRPr sz="975" b="0">
                <a:solidFill>
                  <a:srgbClr val="617080"/>
                </a:solidFill>
              </a:defRPr>
            </a:lvl1pPr>
            <a:lvl2pPr>
              <a:defRPr sz="975" b="0">
                <a:solidFill>
                  <a:srgbClr val="617080"/>
                </a:solidFill>
              </a:defRPr>
            </a:lvl2pPr>
            <a:lvl3pPr>
              <a:defRPr sz="975" b="0">
                <a:solidFill>
                  <a:srgbClr val="617080"/>
                </a:solidFill>
              </a:defRPr>
            </a:lvl3pPr>
            <a:lvl4pPr>
              <a:defRPr sz="975" b="0">
                <a:solidFill>
                  <a:srgbClr val="617080"/>
                </a:solidFill>
              </a:defRPr>
            </a:lvl4pPr>
            <a:lvl5pPr>
              <a:defRPr sz="975" b="0">
                <a:solidFill>
                  <a:srgbClr val="617080"/>
                </a:solidFill>
              </a:defRPr>
            </a:lvl5pPr>
            <a:lvl6pPr>
              <a:defRPr sz="975" b="0">
                <a:solidFill>
                  <a:srgbClr val="617080"/>
                </a:solidFill>
              </a:defRPr>
            </a:lvl6pPr>
            <a:lvl7pPr>
              <a:defRPr sz="975" b="0">
                <a:solidFill>
                  <a:srgbClr val="617080"/>
                </a:solidFill>
              </a:defRPr>
            </a:lvl7pPr>
            <a:lvl8pPr>
              <a:defRPr sz="975" b="0">
                <a:solidFill>
                  <a:srgbClr val="617080"/>
                </a:solidFill>
              </a:defRPr>
            </a:lvl8pPr>
            <a:lvl9pPr>
              <a:defRPr sz="97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17080"/>
                </a:solidFill>
              </a:defRPr>
            </a:pPr>
            <a:r>
              <a:rPr sz="975" b="0">
                <a:solidFill>
                  <a:srgbClr val="617080"/>
                </a:solidFill>
              </a:rPr>
              <a:t>IdM Test Framework  ·  4/4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AD615-8669-412E-B69D-1CF84C4F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463A5"/>
                </a:solidFill>
              </a:defRPr>
            </a:defPPr>
            <a:lvl1pPr>
              <a:defRPr sz="1125" b="1">
                <a:solidFill>
                  <a:srgbClr val="2463A5"/>
                </a:solidFill>
              </a:defRPr>
            </a:lvl1pPr>
            <a:lvl2pPr>
              <a:defRPr sz="1125" b="1">
                <a:solidFill>
                  <a:srgbClr val="2463A5"/>
                </a:solidFill>
              </a:defRPr>
            </a:lvl2pPr>
            <a:lvl3pPr>
              <a:defRPr sz="1125" b="1">
                <a:solidFill>
                  <a:srgbClr val="2463A5"/>
                </a:solidFill>
              </a:defRPr>
            </a:lvl3pPr>
            <a:lvl4pPr>
              <a:defRPr sz="1125" b="1">
                <a:solidFill>
                  <a:srgbClr val="2463A5"/>
                </a:solidFill>
              </a:defRPr>
            </a:lvl4pPr>
            <a:lvl5pPr>
              <a:defRPr sz="1125" b="1">
                <a:solidFill>
                  <a:srgbClr val="2463A5"/>
                </a:solidFill>
              </a:defRPr>
            </a:lvl5pPr>
            <a:lvl6pPr>
              <a:defRPr sz="1125" b="1">
                <a:solidFill>
                  <a:srgbClr val="2463A5"/>
                </a:solidFill>
              </a:defRPr>
            </a:lvl6pPr>
            <a:lvl7pPr>
              <a:defRPr sz="1125" b="1">
                <a:solidFill>
                  <a:srgbClr val="2463A5"/>
                </a:solidFill>
              </a:defRPr>
            </a:lvl7pPr>
            <a:lvl8pPr>
              <a:defRPr sz="1125" b="1">
                <a:solidFill>
                  <a:srgbClr val="2463A5"/>
                </a:solidFill>
              </a:defRPr>
            </a:lvl8pPr>
            <a:lvl9pPr>
              <a:defRPr sz="11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63A5"/>
                </a:solidFill>
              </a:defRPr>
            </a:pPr>
            <a:r>
              <a:rPr sz="1125" b="1">
                <a:solidFill>
                  <a:srgbClr val="2463A5"/>
                </a:solidFill>
              </a:rPr>
              <a:t>FLUJO DE PRUEBA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4702F-C432-4EC2-AEA7-49132B67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63A5"/>
                </a:solidFill>
              </a:defRPr>
            </a:defPPr>
            <a:lvl1pPr>
              <a:defRPr sz="2325" b="1">
                <a:solidFill>
                  <a:srgbClr val="2463A5"/>
                </a:solidFill>
              </a:defRPr>
            </a:lvl1pPr>
            <a:lvl2pPr>
              <a:defRPr sz="2325" b="1">
                <a:solidFill>
                  <a:srgbClr val="2463A5"/>
                </a:solidFill>
              </a:defRPr>
            </a:lvl2pPr>
            <a:lvl3pPr>
              <a:defRPr sz="2325" b="1">
                <a:solidFill>
                  <a:srgbClr val="2463A5"/>
                </a:solidFill>
              </a:defRPr>
            </a:lvl3pPr>
            <a:lvl4pPr>
              <a:defRPr sz="2325" b="1">
                <a:solidFill>
                  <a:srgbClr val="2463A5"/>
                </a:solidFill>
              </a:defRPr>
            </a:lvl4pPr>
            <a:lvl5pPr>
              <a:defRPr sz="2325" b="1">
                <a:solidFill>
                  <a:srgbClr val="2463A5"/>
                </a:solidFill>
              </a:defRPr>
            </a:lvl5pPr>
            <a:lvl6pPr>
              <a:defRPr sz="2325" b="1">
                <a:solidFill>
                  <a:srgbClr val="2463A5"/>
                </a:solidFill>
              </a:defRPr>
            </a:lvl6pPr>
            <a:lvl7pPr>
              <a:defRPr sz="2325" b="1">
                <a:solidFill>
                  <a:srgbClr val="2463A5"/>
                </a:solidFill>
              </a:defRPr>
            </a:lvl7pPr>
            <a:lvl8pPr>
              <a:defRPr sz="2325" b="1">
                <a:solidFill>
                  <a:srgbClr val="2463A5"/>
                </a:solidFill>
              </a:defRPr>
            </a:lvl8pPr>
            <a:lvl9pPr>
              <a:defRPr sz="23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63A5"/>
                </a:solidFill>
              </a:defRPr>
            </a:pPr>
            <a:r>
              <a:rPr sz="2325" b="1">
                <a:solidFill>
                  <a:srgbClr val="2463A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9759-6F0A-4128-8B69-56188DCD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Crear identidad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A41C8-E163-4701-90DC-C737663F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IdM / eDirectory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88C09-4294-43DC-985D-CADDEBB0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76887-0E1F-4A0F-9001-F3E82EF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63A5"/>
                </a:solidFill>
              </a:defRPr>
            </a:defPPr>
            <a:lvl1pPr>
              <a:defRPr sz="2325" b="1">
                <a:solidFill>
                  <a:srgbClr val="2463A5"/>
                </a:solidFill>
              </a:defRPr>
            </a:lvl1pPr>
            <a:lvl2pPr>
              <a:defRPr sz="2325" b="1">
                <a:solidFill>
                  <a:srgbClr val="2463A5"/>
                </a:solidFill>
              </a:defRPr>
            </a:lvl2pPr>
            <a:lvl3pPr>
              <a:defRPr sz="2325" b="1">
                <a:solidFill>
                  <a:srgbClr val="2463A5"/>
                </a:solidFill>
              </a:defRPr>
            </a:lvl3pPr>
            <a:lvl4pPr>
              <a:defRPr sz="2325" b="1">
                <a:solidFill>
                  <a:srgbClr val="2463A5"/>
                </a:solidFill>
              </a:defRPr>
            </a:lvl4pPr>
            <a:lvl5pPr>
              <a:defRPr sz="2325" b="1">
                <a:solidFill>
                  <a:srgbClr val="2463A5"/>
                </a:solidFill>
              </a:defRPr>
            </a:lvl5pPr>
            <a:lvl6pPr>
              <a:defRPr sz="2325" b="1">
                <a:solidFill>
                  <a:srgbClr val="2463A5"/>
                </a:solidFill>
              </a:defRPr>
            </a:lvl6pPr>
            <a:lvl7pPr>
              <a:defRPr sz="2325" b="1">
                <a:solidFill>
                  <a:srgbClr val="2463A5"/>
                </a:solidFill>
              </a:defRPr>
            </a:lvl7pPr>
            <a:lvl8pPr>
              <a:defRPr sz="2325" b="1">
                <a:solidFill>
                  <a:srgbClr val="2463A5"/>
                </a:solidFill>
              </a:defRPr>
            </a:lvl8pPr>
            <a:lvl9pPr>
              <a:defRPr sz="23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63A5"/>
                </a:solidFill>
              </a:defRPr>
            </a:pPr>
            <a:r>
              <a:rPr sz="2325" b="1">
                <a:solidFill>
                  <a:srgbClr val="2463A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726B9-6E11-4801-A927-AB15D17A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Asignar accesos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B23B3-54FF-40CF-B8E0-79F39013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Roles o recursos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EAB46-82F5-411A-A25D-0B91526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9EF3D-767D-45C5-BD72-39BA38C1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63A5"/>
                </a:solidFill>
              </a:defRPr>
            </a:defPPr>
            <a:lvl1pPr>
              <a:defRPr sz="2325" b="1">
                <a:solidFill>
                  <a:srgbClr val="2463A5"/>
                </a:solidFill>
              </a:defRPr>
            </a:lvl1pPr>
            <a:lvl2pPr>
              <a:defRPr sz="2325" b="1">
                <a:solidFill>
                  <a:srgbClr val="2463A5"/>
                </a:solidFill>
              </a:defRPr>
            </a:lvl2pPr>
            <a:lvl3pPr>
              <a:defRPr sz="2325" b="1">
                <a:solidFill>
                  <a:srgbClr val="2463A5"/>
                </a:solidFill>
              </a:defRPr>
            </a:lvl3pPr>
            <a:lvl4pPr>
              <a:defRPr sz="2325" b="1">
                <a:solidFill>
                  <a:srgbClr val="2463A5"/>
                </a:solidFill>
              </a:defRPr>
            </a:lvl4pPr>
            <a:lvl5pPr>
              <a:defRPr sz="2325" b="1">
                <a:solidFill>
                  <a:srgbClr val="2463A5"/>
                </a:solidFill>
              </a:defRPr>
            </a:lvl5pPr>
            <a:lvl6pPr>
              <a:defRPr sz="2325" b="1">
                <a:solidFill>
                  <a:srgbClr val="2463A5"/>
                </a:solidFill>
              </a:defRPr>
            </a:lvl6pPr>
            <a:lvl7pPr>
              <a:defRPr sz="2325" b="1">
                <a:solidFill>
                  <a:srgbClr val="2463A5"/>
                </a:solidFill>
              </a:defRPr>
            </a:lvl7pPr>
            <a:lvl8pPr>
              <a:defRPr sz="2325" b="1">
                <a:solidFill>
                  <a:srgbClr val="2463A5"/>
                </a:solidFill>
              </a:defRPr>
            </a:lvl8pPr>
            <a:lvl9pPr>
              <a:defRPr sz="23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63A5"/>
                </a:solidFill>
              </a:defRPr>
            </a:pPr>
            <a:r>
              <a:rPr sz="2325" b="1">
                <a:solidFill>
                  <a:srgbClr val="2463A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84E7F-8813-453E-84A4-3FDB75C1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Validar en BD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46D0F-7130-4886-B65A-0FCA2FE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Usuario y 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C0141-38D8-4EAD-A1FD-29C421E2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2428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C4384-817C-4E5D-9698-0EE028A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63A5"/>
                </a:solidFill>
              </a:defRPr>
            </a:defPPr>
            <a:lvl1pPr>
              <a:defRPr sz="2325" b="1">
                <a:solidFill>
                  <a:srgbClr val="2463A5"/>
                </a:solidFill>
              </a:defRPr>
            </a:lvl1pPr>
            <a:lvl2pPr>
              <a:defRPr sz="2325" b="1">
                <a:solidFill>
                  <a:srgbClr val="2463A5"/>
                </a:solidFill>
              </a:defRPr>
            </a:lvl2pPr>
            <a:lvl3pPr>
              <a:defRPr sz="2325" b="1">
                <a:solidFill>
                  <a:srgbClr val="2463A5"/>
                </a:solidFill>
              </a:defRPr>
            </a:lvl3pPr>
            <a:lvl4pPr>
              <a:defRPr sz="2325" b="1">
                <a:solidFill>
                  <a:srgbClr val="2463A5"/>
                </a:solidFill>
              </a:defRPr>
            </a:lvl4pPr>
            <a:lvl5pPr>
              <a:defRPr sz="2325" b="1">
                <a:solidFill>
                  <a:srgbClr val="2463A5"/>
                </a:solidFill>
              </a:defRPr>
            </a:lvl5pPr>
            <a:lvl6pPr>
              <a:defRPr sz="2325" b="1">
                <a:solidFill>
                  <a:srgbClr val="2463A5"/>
                </a:solidFill>
              </a:defRPr>
            </a:lvl6pPr>
            <a:lvl7pPr>
              <a:defRPr sz="2325" b="1">
                <a:solidFill>
                  <a:srgbClr val="2463A5"/>
                </a:solidFill>
              </a:defRPr>
            </a:lvl7pPr>
            <a:lvl8pPr>
              <a:defRPr sz="2325" b="1">
                <a:solidFill>
                  <a:srgbClr val="2463A5"/>
                </a:solidFill>
              </a:defRPr>
            </a:lvl8pPr>
            <a:lvl9pPr>
              <a:defRPr sz="23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63A5"/>
                </a:solidFill>
              </a:defRPr>
            </a:pPr>
            <a:r>
              <a:rPr sz="2325" b="1">
                <a:solidFill>
                  <a:srgbClr val="2463A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BE9F1-C548-44A5-B4FC-1206B7C6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4263F"/>
                </a:solidFill>
              </a:defRPr>
            </a:defPPr>
            <a:lvl1pPr>
              <a:defRPr sz="1800" b="1">
                <a:solidFill>
                  <a:srgbClr val="14263F"/>
                </a:solidFill>
              </a:defRPr>
            </a:lvl1pPr>
            <a:lvl2pPr>
              <a:defRPr sz="1800" b="1">
                <a:solidFill>
                  <a:srgbClr val="14263F"/>
                </a:solidFill>
              </a:defRPr>
            </a:lvl2pPr>
            <a:lvl3pPr>
              <a:defRPr sz="1800" b="1">
                <a:solidFill>
                  <a:srgbClr val="14263F"/>
                </a:solidFill>
              </a:defRPr>
            </a:lvl3pPr>
            <a:lvl4pPr>
              <a:defRPr sz="1800" b="1">
                <a:solidFill>
                  <a:srgbClr val="14263F"/>
                </a:solidFill>
              </a:defRPr>
            </a:lvl4pPr>
            <a:lvl5pPr>
              <a:defRPr sz="1800" b="1">
                <a:solidFill>
                  <a:srgbClr val="14263F"/>
                </a:solidFill>
              </a:defRPr>
            </a:lvl5pPr>
            <a:lvl6pPr>
              <a:defRPr sz="1800" b="1">
                <a:solidFill>
                  <a:srgbClr val="14263F"/>
                </a:solidFill>
              </a:defRPr>
            </a:lvl6pPr>
            <a:lvl7pPr>
              <a:defRPr sz="1800" b="1">
                <a:solidFill>
                  <a:srgbClr val="14263F"/>
                </a:solidFill>
              </a:defRPr>
            </a:lvl7pPr>
            <a:lvl8pPr>
              <a:defRPr sz="1800" b="1">
                <a:solidFill>
                  <a:srgbClr val="14263F"/>
                </a:solidFill>
              </a:defRPr>
            </a:lvl8pPr>
            <a:lvl9pPr>
              <a:defRPr sz="1800" b="1">
                <a:solidFill>
                  <a:srgbClr val="14263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4263F"/>
                </a:solidFill>
              </a:defRPr>
            </a:pPr>
            <a:r>
              <a:rPr sz="1800" b="1">
                <a:solidFill>
                  <a:srgbClr val="14263F"/>
                </a:solidFill>
              </a:rPr>
              <a:t>Validar en 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D0567-FE08-438C-A361-F834124D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2428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7080"/>
                </a:solidFill>
              </a:defRPr>
            </a:defPPr>
            <a:lvl1pPr>
              <a:defRPr sz="1425" b="0">
                <a:solidFill>
                  <a:srgbClr val="617080"/>
                </a:solidFill>
              </a:defRPr>
            </a:lvl1pPr>
            <a:lvl2pPr>
              <a:defRPr sz="1425" b="0">
                <a:solidFill>
                  <a:srgbClr val="617080"/>
                </a:solidFill>
              </a:defRPr>
            </a:lvl2pPr>
            <a:lvl3pPr>
              <a:defRPr sz="1425" b="0">
                <a:solidFill>
                  <a:srgbClr val="617080"/>
                </a:solidFill>
              </a:defRPr>
            </a:lvl3pPr>
            <a:lvl4pPr>
              <a:defRPr sz="1425" b="0">
                <a:solidFill>
                  <a:srgbClr val="617080"/>
                </a:solidFill>
              </a:defRPr>
            </a:lvl4pPr>
            <a:lvl5pPr>
              <a:defRPr sz="1425" b="0">
                <a:solidFill>
                  <a:srgbClr val="617080"/>
                </a:solidFill>
              </a:defRPr>
            </a:lvl5pPr>
            <a:lvl6pPr>
              <a:defRPr sz="1425" b="0">
                <a:solidFill>
                  <a:srgbClr val="617080"/>
                </a:solidFill>
              </a:defRPr>
            </a:lvl6pPr>
            <a:lvl7pPr>
              <a:defRPr sz="1425" b="0">
                <a:solidFill>
                  <a:srgbClr val="617080"/>
                </a:solidFill>
              </a:defRPr>
            </a:lvl7pPr>
            <a:lvl8pPr>
              <a:defRPr sz="1425" b="0">
                <a:solidFill>
                  <a:srgbClr val="617080"/>
                </a:solidFill>
              </a:defRPr>
            </a:lvl8pPr>
            <a:lvl9pPr>
              <a:defRPr sz="1425" b="0">
                <a:solidFill>
                  <a:srgbClr val="6170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80"/>
                </a:solidFill>
              </a:defRPr>
            </a:pPr>
            <a:r>
              <a:rPr sz="1425" b="0">
                <a:solidFill>
                  <a:srgbClr val="617080"/>
                </a:solidFill>
              </a:rPr>
              <a:t>Cuenta y grupos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6AFF3-1366-4D38-A782-ACAB4E50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2E2D9-202F-4011-B8E8-98B6CB9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2463A5"/>
                </a:solidFill>
              </a:defRPr>
            </a:defPPr>
            <a:lvl1pPr>
              <a:defRPr sz="1125" b="1">
                <a:solidFill>
                  <a:srgbClr val="2463A5"/>
                </a:solidFill>
              </a:defRPr>
            </a:lvl1pPr>
            <a:lvl2pPr>
              <a:defRPr sz="1125" b="1">
                <a:solidFill>
                  <a:srgbClr val="2463A5"/>
                </a:solidFill>
              </a:defRPr>
            </a:lvl2pPr>
            <a:lvl3pPr>
              <a:defRPr sz="1125" b="1">
                <a:solidFill>
                  <a:srgbClr val="2463A5"/>
                </a:solidFill>
              </a:defRPr>
            </a:lvl3pPr>
            <a:lvl4pPr>
              <a:defRPr sz="1125" b="1">
                <a:solidFill>
                  <a:srgbClr val="2463A5"/>
                </a:solidFill>
              </a:defRPr>
            </a:lvl4pPr>
            <a:lvl5pPr>
              <a:defRPr sz="1125" b="1">
                <a:solidFill>
                  <a:srgbClr val="2463A5"/>
                </a:solidFill>
              </a:defRPr>
            </a:lvl5pPr>
            <a:lvl6pPr>
              <a:defRPr sz="1125" b="1">
                <a:solidFill>
                  <a:srgbClr val="2463A5"/>
                </a:solidFill>
              </a:defRPr>
            </a:lvl6pPr>
            <a:lvl7pPr>
              <a:defRPr sz="1125" b="1">
                <a:solidFill>
                  <a:srgbClr val="2463A5"/>
                </a:solidFill>
              </a:defRPr>
            </a:lvl7pPr>
            <a:lvl8pPr>
              <a:defRPr sz="1125" b="1">
                <a:solidFill>
                  <a:srgbClr val="2463A5"/>
                </a:solidFill>
              </a:defRPr>
            </a:lvl8pPr>
            <a:lvl9pPr>
              <a:defRPr sz="1125" b="1">
                <a:solidFill>
                  <a:srgbClr val="2463A5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463A5"/>
                </a:solidFill>
              </a:defRPr>
            </a:pPr>
            <a:r>
              <a:rPr sz="1125" b="1">
                <a:solidFill>
                  <a:srgbClr val="2463A5"/>
                </a:solidFill>
              </a:rPr>
              <a:t>PRÓXIMOS PASOS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F83E72-F498-4C6C-B8DC-58EB3C6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1  Acordar alcance y cuentas de prueba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CDFD6-49E8-427B-B479-F12C1AAC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2445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2  Configurar conexiones y escenario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58003-D080-4D72-ADED-661469F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2445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2334B"/>
                </a:solidFill>
              </a:defRPr>
            </a:defPPr>
            <a:lvl1pPr>
              <a:defRPr sz="1575" b="0">
                <a:solidFill>
                  <a:srgbClr val="22334B"/>
                </a:solidFill>
              </a:defRPr>
            </a:lvl1pPr>
            <a:lvl2pPr>
              <a:defRPr sz="1575" b="0">
                <a:solidFill>
                  <a:srgbClr val="22334B"/>
                </a:solidFill>
              </a:defRPr>
            </a:lvl2pPr>
            <a:lvl3pPr>
              <a:defRPr sz="1575" b="0">
                <a:solidFill>
                  <a:srgbClr val="22334B"/>
                </a:solidFill>
              </a:defRPr>
            </a:lvl3pPr>
            <a:lvl4pPr>
              <a:defRPr sz="1575" b="0">
                <a:solidFill>
                  <a:srgbClr val="22334B"/>
                </a:solidFill>
              </a:defRPr>
            </a:lvl4pPr>
            <a:lvl5pPr>
              <a:defRPr sz="1575" b="0">
                <a:solidFill>
                  <a:srgbClr val="22334B"/>
                </a:solidFill>
              </a:defRPr>
            </a:lvl5pPr>
            <a:lvl6pPr>
              <a:defRPr sz="1575" b="0">
                <a:solidFill>
                  <a:srgbClr val="22334B"/>
                </a:solidFill>
              </a:defRPr>
            </a:lvl6pPr>
            <a:lvl7pPr>
              <a:defRPr sz="1575" b="0">
                <a:solidFill>
                  <a:srgbClr val="22334B"/>
                </a:solidFill>
              </a:defRPr>
            </a:lvl7pPr>
            <a:lvl8pPr>
              <a:defRPr sz="1575" b="0">
                <a:solidFill>
                  <a:srgbClr val="22334B"/>
                </a:solidFill>
              </a:defRPr>
            </a:lvl8pPr>
            <a:lvl9pPr>
              <a:defRPr sz="1575" b="0">
                <a:solidFill>
                  <a:srgbClr val="22334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2334B"/>
                </a:solidFill>
              </a:defRPr>
            </a:pPr>
            <a:r>
              <a:rPr sz="1575" b="0">
                <a:solidFill>
                  <a:srgbClr val="22334B"/>
                </a:solidFill>
              </a:rPr>
              <a:t>3  Ejecutar y presentar evidencia</a:t>
            </a:r>
          </a:p>
        </p:txBody>
      </p:sp>
    </p:spTree>
    <p:extLst>
      <p:ext uri="{BB962C8B-B14F-4D97-AF65-F5344CB8AC3E}">
        <p14:creationId xmlns:p14="http://schemas.microsoft.com/office/powerpoint/2010/main" val="1319453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2026-10-28T02:46:59.9990000Z</dcterms:created>
  <dcterms:modified xsi:type="dcterms:W3CDTF">2026-10-28T02:46:59.9990000Z</dcterms:modified>
</coreProperties>
</file>